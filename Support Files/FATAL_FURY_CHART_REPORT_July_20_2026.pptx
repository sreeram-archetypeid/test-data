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6" r:id="rId2"/>
    <p:sldId id="302" r:id="rId3"/>
    <p:sldId id="305" r:id="rId4"/>
    <p:sldId id="257" r:id="rId5"/>
    <p:sldId id="258" r:id="rId6"/>
    <p:sldId id="259" r:id="rId7"/>
    <p:sldId id="260" r:id="rId8"/>
    <p:sldId id="261" r:id="rId9"/>
    <p:sldId id="262" r:id="rId10"/>
    <p:sldId id="263" r:id="rId11"/>
    <p:sldId id="306" r:id="rId12"/>
    <p:sldId id="264" r:id="rId13"/>
    <p:sldId id="265" r:id="rId14"/>
    <p:sldId id="266" r:id="rId15"/>
    <p:sldId id="267" r:id="rId16"/>
    <p:sldId id="268" r:id="rId17"/>
    <p:sldId id="269" r:id="rId18"/>
    <p:sldId id="270" r:id="rId19"/>
    <p:sldId id="271" r:id="rId20"/>
    <p:sldId id="307" r:id="rId21"/>
    <p:sldId id="272" r:id="rId22"/>
    <p:sldId id="273" r:id="rId23"/>
    <p:sldId id="274" r:id="rId24"/>
    <p:sldId id="308"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8" r:id="rId48"/>
    <p:sldId id="299" r:id="rId49"/>
    <p:sldId id="309" r:id="rId50"/>
    <p:sldId id="297" r:id="rId5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CF2951-8C53-4A98-A38A-EE7AE5E67C95}" v="4" dt="2026-07-20T05:33:10.48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1" d="100"/>
          <a:sy n="61" d="100"/>
        </p:scale>
        <p:origin x="996" y="6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microsoft.com/office/2015/10/relationships/revisionInfo" Target="revisionInfo.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ce Friend" userId="d9b5b3d1bb79a00d" providerId="LiveId" clId="{F57CA048-5362-4CAC-BF8D-83568CC6D63D}"/>
    <pc:docChg chg="undo redo custSel addSld delSld modSld sldOrd">
      <pc:chgData name="Bruce Friend" userId="d9b5b3d1bb79a00d" providerId="LiveId" clId="{F57CA048-5362-4CAC-BF8D-83568CC6D63D}" dt="2026-07-20T06:03:41.764" v="2368" actId="1036"/>
      <pc:docMkLst>
        <pc:docMk/>
      </pc:docMkLst>
      <pc:sldChg chg="modSp mod">
        <pc:chgData name="Bruce Friend" userId="d9b5b3d1bb79a00d" providerId="LiveId" clId="{F57CA048-5362-4CAC-BF8D-83568CC6D63D}" dt="2026-07-20T05:37:31.705" v="1049" actId="404"/>
        <pc:sldMkLst>
          <pc:docMk/>
          <pc:sldMk cId="0" sldId="264"/>
        </pc:sldMkLst>
        <pc:spChg chg="mod">
          <ac:chgData name="Bruce Friend" userId="d9b5b3d1bb79a00d" providerId="LiveId" clId="{F57CA048-5362-4CAC-BF8D-83568CC6D63D}" dt="2026-07-20T05:37:00.512" v="1025" actId="20577"/>
          <ac:spMkLst>
            <pc:docMk/>
            <pc:sldMk cId="0" sldId="264"/>
            <ac:spMk id="2" creationId="{00000000-0000-0000-0000-000000000000}"/>
          </ac:spMkLst>
        </pc:spChg>
        <pc:spChg chg="mod">
          <ac:chgData name="Bruce Friend" userId="d9b5b3d1bb79a00d" providerId="LiveId" clId="{F57CA048-5362-4CAC-BF8D-83568CC6D63D}" dt="2026-07-20T05:37:31.705" v="1049" actId="404"/>
          <ac:spMkLst>
            <pc:docMk/>
            <pc:sldMk cId="0" sldId="264"/>
            <ac:spMk id="3" creationId="{00000000-0000-0000-0000-000000000000}"/>
          </ac:spMkLst>
        </pc:spChg>
      </pc:sldChg>
      <pc:sldChg chg="addSp delSp modSp mod">
        <pc:chgData name="Bruce Friend" userId="d9b5b3d1bb79a00d" providerId="LiveId" clId="{F57CA048-5362-4CAC-BF8D-83568CC6D63D}" dt="2026-07-20T05:37:35.315" v="1050" actId="404"/>
        <pc:sldMkLst>
          <pc:docMk/>
          <pc:sldMk cId="0" sldId="265"/>
        </pc:sldMkLst>
        <pc:spChg chg="mod">
          <ac:chgData name="Bruce Friend" userId="d9b5b3d1bb79a00d" providerId="LiveId" clId="{F57CA048-5362-4CAC-BF8D-83568CC6D63D}" dt="2026-07-20T05:36:09.095" v="980" actId="20577"/>
          <ac:spMkLst>
            <pc:docMk/>
            <pc:sldMk cId="0" sldId="265"/>
            <ac:spMk id="2" creationId="{00000000-0000-0000-0000-000000000000}"/>
          </ac:spMkLst>
        </pc:spChg>
        <pc:spChg chg="mod">
          <ac:chgData name="Bruce Friend" userId="d9b5b3d1bb79a00d" providerId="LiveId" clId="{F57CA048-5362-4CAC-BF8D-83568CC6D63D}" dt="2026-07-20T05:37:35.315" v="1050" actId="404"/>
          <ac:spMkLst>
            <pc:docMk/>
            <pc:sldMk cId="0" sldId="265"/>
            <ac:spMk id="3" creationId="{00000000-0000-0000-0000-000000000000}"/>
          </ac:spMkLst>
        </pc:spChg>
        <pc:spChg chg="add mod">
          <ac:chgData name="Bruce Friend" userId="d9b5b3d1bb79a00d" providerId="LiveId" clId="{F57CA048-5362-4CAC-BF8D-83568CC6D63D}" dt="2026-07-20T05:32:13.914" v="820" actId="20577"/>
          <ac:spMkLst>
            <pc:docMk/>
            <pc:sldMk cId="0" sldId="265"/>
            <ac:spMk id="9" creationId="{65B27E52-629E-BA50-6C26-13258CBD049A}"/>
          </ac:spMkLst>
        </pc:spChg>
        <pc:spChg chg="add del mod">
          <ac:chgData name="Bruce Friend" userId="d9b5b3d1bb79a00d" providerId="LiveId" clId="{F57CA048-5362-4CAC-BF8D-83568CC6D63D}" dt="2026-07-20T05:35:23.606" v="939" actId="478"/>
          <ac:spMkLst>
            <pc:docMk/>
            <pc:sldMk cId="0" sldId="265"/>
            <ac:spMk id="10" creationId="{DD6E4804-8729-2EC4-4E98-C474AF185830}"/>
          </ac:spMkLst>
        </pc:spChg>
        <pc:picChg chg="mod">
          <ac:chgData name="Bruce Friend" userId="d9b5b3d1bb79a00d" providerId="LiveId" clId="{F57CA048-5362-4CAC-BF8D-83568CC6D63D}" dt="2026-07-20T05:32:21.333" v="840" actId="1035"/>
          <ac:picMkLst>
            <pc:docMk/>
            <pc:sldMk cId="0" sldId="265"/>
            <ac:picMk id="4" creationId="{00000000-0000-0000-0000-000000000000}"/>
          </ac:picMkLst>
        </pc:picChg>
      </pc:sldChg>
      <pc:sldChg chg="modSp mod">
        <pc:chgData name="Bruce Friend" userId="d9b5b3d1bb79a00d" providerId="LiveId" clId="{F57CA048-5362-4CAC-BF8D-83568CC6D63D}" dt="2026-07-20T05:42:39.611" v="1365" actId="20577"/>
        <pc:sldMkLst>
          <pc:docMk/>
          <pc:sldMk cId="0" sldId="266"/>
        </pc:sldMkLst>
        <pc:spChg chg="mod">
          <ac:chgData name="Bruce Friend" userId="d9b5b3d1bb79a00d" providerId="LiveId" clId="{F57CA048-5362-4CAC-BF8D-83568CC6D63D}" dt="2026-07-20T05:42:39.611" v="1365" actId="20577"/>
          <ac:spMkLst>
            <pc:docMk/>
            <pc:sldMk cId="0" sldId="266"/>
            <ac:spMk id="2" creationId="{00000000-0000-0000-0000-000000000000}"/>
          </ac:spMkLst>
        </pc:spChg>
        <pc:spChg chg="mod">
          <ac:chgData name="Bruce Friend" userId="d9b5b3d1bb79a00d" providerId="LiveId" clId="{F57CA048-5362-4CAC-BF8D-83568CC6D63D}" dt="2026-07-20T05:37:46.247" v="1051" actId="404"/>
          <ac:spMkLst>
            <pc:docMk/>
            <pc:sldMk cId="0" sldId="266"/>
            <ac:spMk id="3" creationId="{00000000-0000-0000-0000-000000000000}"/>
          </ac:spMkLst>
        </pc:spChg>
      </pc:sldChg>
      <pc:sldChg chg="modSp mod">
        <pc:chgData name="Bruce Friend" userId="d9b5b3d1bb79a00d" providerId="LiveId" clId="{F57CA048-5362-4CAC-BF8D-83568CC6D63D}" dt="2026-07-20T05:39:51.470" v="1178" actId="20577"/>
        <pc:sldMkLst>
          <pc:docMk/>
          <pc:sldMk cId="0" sldId="267"/>
        </pc:sldMkLst>
        <pc:spChg chg="mod">
          <ac:chgData name="Bruce Friend" userId="d9b5b3d1bb79a00d" providerId="LiveId" clId="{F57CA048-5362-4CAC-BF8D-83568CC6D63D}" dt="2026-07-20T05:39:00.863" v="1161" actId="20577"/>
          <ac:spMkLst>
            <pc:docMk/>
            <pc:sldMk cId="0" sldId="267"/>
            <ac:spMk id="2" creationId="{00000000-0000-0000-0000-000000000000}"/>
          </ac:spMkLst>
        </pc:spChg>
        <pc:spChg chg="mod">
          <ac:chgData name="Bruce Friend" userId="d9b5b3d1bb79a00d" providerId="LiveId" clId="{F57CA048-5362-4CAC-BF8D-83568CC6D63D}" dt="2026-07-20T05:39:51.470" v="1178" actId="20577"/>
          <ac:spMkLst>
            <pc:docMk/>
            <pc:sldMk cId="0" sldId="267"/>
            <ac:spMk id="3" creationId="{00000000-0000-0000-0000-000000000000}"/>
          </ac:spMkLst>
        </pc:spChg>
      </pc:sldChg>
      <pc:sldChg chg="modSp mod">
        <pc:chgData name="Bruce Friend" userId="d9b5b3d1bb79a00d" providerId="LiveId" clId="{F57CA048-5362-4CAC-BF8D-83568CC6D63D}" dt="2026-07-20T05:48:02.973" v="1577" actId="1035"/>
        <pc:sldMkLst>
          <pc:docMk/>
          <pc:sldMk cId="0" sldId="268"/>
        </pc:sldMkLst>
        <pc:spChg chg="mod">
          <ac:chgData name="Bruce Friend" userId="d9b5b3d1bb79a00d" providerId="LiveId" clId="{F57CA048-5362-4CAC-BF8D-83568CC6D63D}" dt="2026-07-20T05:42:59.917" v="1370" actId="20577"/>
          <ac:spMkLst>
            <pc:docMk/>
            <pc:sldMk cId="0" sldId="268"/>
            <ac:spMk id="2" creationId="{00000000-0000-0000-0000-000000000000}"/>
          </ac:spMkLst>
        </pc:spChg>
        <pc:spChg chg="mod">
          <ac:chgData name="Bruce Friend" userId="d9b5b3d1bb79a00d" providerId="LiveId" clId="{F57CA048-5362-4CAC-BF8D-83568CC6D63D}" dt="2026-07-20T05:48:02.973" v="1577" actId="1035"/>
          <ac:spMkLst>
            <pc:docMk/>
            <pc:sldMk cId="0" sldId="268"/>
            <ac:spMk id="3" creationId="{00000000-0000-0000-0000-000000000000}"/>
          </ac:spMkLst>
        </pc:spChg>
      </pc:sldChg>
      <pc:sldChg chg="modSp mod">
        <pc:chgData name="Bruce Friend" userId="d9b5b3d1bb79a00d" providerId="LiveId" clId="{F57CA048-5362-4CAC-BF8D-83568CC6D63D}" dt="2026-07-20T05:56:10.543" v="2110" actId="20577"/>
        <pc:sldMkLst>
          <pc:docMk/>
          <pc:sldMk cId="0" sldId="269"/>
        </pc:sldMkLst>
        <pc:spChg chg="mod">
          <ac:chgData name="Bruce Friend" userId="d9b5b3d1bb79a00d" providerId="LiveId" clId="{F57CA048-5362-4CAC-BF8D-83568CC6D63D}" dt="2026-07-20T05:56:10.543" v="2110" actId="20577"/>
          <ac:spMkLst>
            <pc:docMk/>
            <pc:sldMk cId="0" sldId="269"/>
            <ac:spMk id="2" creationId="{00000000-0000-0000-0000-000000000000}"/>
          </ac:spMkLst>
        </pc:spChg>
        <pc:spChg chg="mod">
          <ac:chgData name="Bruce Friend" userId="d9b5b3d1bb79a00d" providerId="LiveId" clId="{F57CA048-5362-4CAC-BF8D-83568CC6D63D}" dt="2026-07-20T05:47:42.050" v="1576" actId="1036"/>
          <ac:spMkLst>
            <pc:docMk/>
            <pc:sldMk cId="0" sldId="269"/>
            <ac:spMk id="3" creationId="{00000000-0000-0000-0000-000000000000}"/>
          </ac:spMkLst>
        </pc:spChg>
      </pc:sldChg>
      <pc:sldChg chg="modSp mod">
        <pc:chgData name="Bruce Friend" userId="d9b5b3d1bb79a00d" providerId="LiveId" clId="{F57CA048-5362-4CAC-BF8D-83568CC6D63D}" dt="2026-07-20T05:50:58.512" v="1822" actId="20577"/>
        <pc:sldMkLst>
          <pc:docMk/>
          <pc:sldMk cId="0" sldId="270"/>
        </pc:sldMkLst>
        <pc:spChg chg="mod">
          <ac:chgData name="Bruce Friend" userId="d9b5b3d1bb79a00d" providerId="LiveId" clId="{F57CA048-5362-4CAC-BF8D-83568CC6D63D}" dt="2026-07-20T05:50:58.512" v="1822" actId="20577"/>
          <ac:spMkLst>
            <pc:docMk/>
            <pc:sldMk cId="0" sldId="270"/>
            <ac:spMk id="2" creationId="{00000000-0000-0000-0000-000000000000}"/>
          </ac:spMkLst>
        </pc:spChg>
        <pc:spChg chg="mod">
          <ac:chgData name="Bruce Friend" userId="d9b5b3d1bb79a00d" providerId="LiveId" clId="{F57CA048-5362-4CAC-BF8D-83568CC6D63D}" dt="2026-07-20T05:47:20.624" v="1561" actId="1036"/>
          <ac:spMkLst>
            <pc:docMk/>
            <pc:sldMk cId="0" sldId="270"/>
            <ac:spMk id="3" creationId="{00000000-0000-0000-0000-000000000000}"/>
          </ac:spMkLst>
        </pc:spChg>
      </pc:sldChg>
      <pc:sldChg chg="modSp mod">
        <pc:chgData name="Bruce Friend" userId="d9b5b3d1bb79a00d" providerId="LiveId" clId="{F57CA048-5362-4CAC-BF8D-83568CC6D63D}" dt="2026-07-20T05:50:30.137" v="1796" actId="20577"/>
        <pc:sldMkLst>
          <pc:docMk/>
          <pc:sldMk cId="0" sldId="271"/>
        </pc:sldMkLst>
        <pc:spChg chg="mod">
          <ac:chgData name="Bruce Friend" userId="d9b5b3d1bb79a00d" providerId="LiveId" clId="{F57CA048-5362-4CAC-BF8D-83568CC6D63D}" dt="2026-07-20T05:50:30.137" v="1796" actId="20577"/>
          <ac:spMkLst>
            <pc:docMk/>
            <pc:sldMk cId="0" sldId="271"/>
            <ac:spMk id="2" creationId="{00000000-0000-0000-0000-000000000000}"/>
          </ac:spMkLst>
        </pc:spChg>
        <pc:spChg chg="mod">
          <ac:chgData name="Bruce Friend" userId="d9b5b3d1bb79a00d" providerId="LiveId" clId="{F57CA048-5362-4CAC-BF8D-83568CC6D63D}" dt="2026-07-20T05:48:14.675" v="1587" actId="1036"/>
          <ac:spMkLst>
            <pc:docMk/>
            <pc:sldMk cId="0" sldId="271"/>
            <ac:spMk id="3" creationId="{00000000-0000-0000-0000-000000000000}"/>
          </ac:spMkLst>
        </pc:spChg>
        <pc:picChg chg="mod">
          <ac:chgData name="Bruce Friend" userId="d9b5b3d1bb79a00d" providerId="LiveId" clId="{F57CA048-5362-4CAC-BF8D-83568CC6D63D}" dt="2026-07-20T05:48:18.983" v="1596" actId="1036"/>
          <ac:picMkLst>
            <pc:docMk/>
            <pc:sldMk cId="0" sldId="271"/>
            <ac:picMk id="4" creationId="{00000000-0000-0000-0000-000000000000}"/>
          </ac:picMkLst>
        </pc:picChg>
      </pc:sldChg>
      <pc:sldChg chg="modSp mod">
        <pc:chgData name="Bruce Friend" userId="d9b5b3d1bb79a00d" providerId="LiveId" clId="{F57CA048-5362-4CAC-BF8D-83568CC6D63D}" dt="2026-07-20T05:57:40.006" v="2136" actId="14100"/>
        <pc:sldMkLst>
          <pc:docMk/>
          <pc:sldMk cId="0" sldId="272"/>
        </pc:sldMkLst>
        <pc:spChg chg="mod">
          <ac:chgData name="Bruce Friend" userId="d9b5b3d1bb79a00d" providerId="LiveId" clId="{F57CA048-5362-4CAC-BF8D-83568CC6D63D}" dt="2026-07-20T05:55:32.524" v="2076" actId="20577"/>
          <ac:spMkLst>
            <pc:docMk/>
            <pc:sldMk cId="0" sldId="272"/>
            <ac:spMk id="2" creationId="{00000000-0000-0000-0000-000000000000}"/>
          </ac:spMkLst>
        </pc:spChg>
        <pc:spChg chg="mod">
          <ac:chgData name="Bruce Friend" userId="d9b5b3d1bb79a00d" providerId="LiveId" clId="{F57CA048-5362-4CAC-BF8D-83568CC6D63D}" dt="2026-07-20T05:52:49.540" v="1944" actId="1036"/>
          <ac:spMkLst>
            <pc:docMk/>
            <pc:sldMk cId="0" sldId="272"/>
            <ac:spMk id="3" creationId="{00000000-0000-0000-0000-000000000000}"/>
          </ac:spMkLst>
        </pc:spChg>
        <pc:picChg chg="mod modCrop">
          <ac:chgData name="Bruce Friend" userId="d9b5b3d1bb79a00d" providerId="LiveId" clId="{F57CA048-5362-4CAC-BF8D-83568CC6D63D}" dt="2026-07-20T05:57:40.006" v="2136" actId="14100"/>
          <ac:picMkLst>
            <pc:docMk/>
            <pc:sldMk cId="0" sldId="272"/>
            <ac:picMk id="4" creationId="{00000000-0000-0000-0000-000000000000}"/>
          </ac:picMkLst>
        </pc:picChg>
      </pc:sldChg>
      <pc:sldChg chg="modSp mod">
        <pc:chgData name="Bruce Friend" userId="d9b5b3d1bb79a00d" providerId="LiveId" clId="{F57CA048-5362-4CAC-BF8D-83568CC6D63D}" dt="2026-07-20T05:58:22.415" v="2140" actId="1035"/>
        <pc:sldMkLst>
          <pc:docMk/>
          <pc:sldMk cId="0" sldId="273"/>
        </pc:sldMkLst>
        <pc:spChg chg="mod">
          <ac:chgData name="Bruce Friend" userId="d9b5b3d1bb79a00d" providerId="LiveId" clId="{F57CA048-5362-4CAC-BF8D-83568CC6D63D}" dt="2026-07-20T05:55:19.441" v="2065" actId="20577"/>
          <ac:spMkLst>
            <pc:docMk/>
            <pc:sldMk cId="0" sldId="273"/>
            <ac:spMk id="2" creationId="{00000000-0000-0000-0000-000000000000}"/>
          </ac:spMkLst>
        </pc:spChg>
        <pc:spChg chg="mod">
          <ac:chgData name="Bruce Friend" userId="d9b5b3d1bb79a00d" providerId="LiveId" clId="{F57CA048-5362-4CAC-BF8D-83568CC6D63D}" dt="2026-07-20T05:56:44.769" v="2120" actId="1036"/>
          <ac:spMkLst>
            <pc:docMk/>
            <pc:sldMk cId="0" sldId="273"/>
            <ac:spMk id="3" creationId="{00000000-0000-0000-0000-000000000000}"/>
          </ac:spMkLst>
        </pc:spChg>
        <pc:picChg chg="mod">
          <ac:chgData name="Bruce Friend" userId="d9b5b3d1bb79a00d" providerId="LiveId" clId="{F57CA048-5362-4CAC-BF8D-83568CC6D63D}" dt="2026-07-20T05:58:22.415" v="2140" actId="1035"/>
          <ac:picMkLst>
            <pc:docMk/>
            <pc:sldMk cId="0" sldId="273"/>
            <ac:picMk id="4" creationId="{00000000-0000-0000-0000-000000000000}"/>
          </ac:picMkLst>
        </pc:picChg>
      </pc:sldChg>
      <pc:sldChg chg="modSp mod">
        <pc:chgData name="Bruce Friend" userId="d9b5b3d1bb79a00d" providerId="LiveId" clId="{F57CA048-5362-4CAC-BF8D-83568CC6D63D}" dt="2026-07-20T06:01:17.454" v="2341" actId="313"/>
        <pc:sldMkLst>
          <pc:docMk/>
          <pc:sldMk cId="0" sldId="274"/>
        </pc:sldMkLst>
        <pc:spChg chg="mod">
          <ac:chgData name="Bruce Friend" userId="d9b5b3d1bb79a00d" providerId="LiveId" clId="{F57CA048-5362-4CAC-BF8D-83568CC6D63D}" dt="2026-07-20T06:01:17.454" v="2341" actId="313"/>
          <ac:spMkLst>
            <pc:docMk/>
            <pc:sldMk cId="0" sldId="274"/>
            <ac:spMk id="2" creationId="{00000000-0000-0000-0000-000000000000}"/>
          </ac:spMkLst>
        </pc:spChg>
        <pc:spChg chg="mod">
          <ac:chgData name="Bruce Friend" userId="d9b5b3d1bb79a00d" providerId="LiveId" clId="{F57CA048-5362-4CAC-BF8D-83568CC6D63D}" dt="2026-07-20T05:58:36.969" v="2150" actId="1036"/>
          <ac:spMkLst>
            <pc:docMk/>
            <pc:sldMk cId="0" sldId="274"/>
            <ac:spMk id="3" creationId="{00000000-0000-0000-0000-000000000000}"/>
          </ac:spMkLst>
        </pc:spChg>
        <pc:picChg chg="mod">
          <ac:chgData name="Bruce Friend" userId="d9b5b3d1bb79a00d" providerId="LiveId" clId="{F57CA048-5362-4CAC-BF8D-83568CC6D63D}" dt="2026-07-20T05:58:45.404" v="2156" actId="1036"/>
          <ac:picMkLst>
            <pc:docMk/>
            <pc:sldMk cId="0" sldId="274"/>
            <ac:picMk id="4" creationId="{00000000-0000-0000-0000-000000000000}"/>
          </ac:picMkLst>
        </pc:picChg>
      </pc:sldChg>
      <pc:sldChg chg="modSp mod">
        <pc:chgData name="Bruce Friend" userId="d9b5b3d1bb79a00d" providerId="LiveId" clId="{F57CA048-5362-4CAC-BF8D-83568CC6D63D}" dt="2026-07-20T04:57:22.572" v="11" actId="1036"/>
        <pc:sldMkLst>
          <pc:docMk/>
          <pc:sldMk cId="0" sldId="276"/>
        </pc:sldMkLst>
        <pc:spChg chg="mod">
          <ac:chgData name="Bruce Friend" userId="d9b5b3d1bb79a00d" providerId="LiveId" clId="{F57CA048-5362-4CAC-BF8D-83568CC6D63D}" dt="2026-07-20T04:57:12.572" v="6" actId="20577"/>
          <ac:spMkLst>
            <pc:docMk/>
            <pc:sldMk cId="0" sldId="276"/>
            <ac:spMk id="3" creationId="{00000000-0000-0000-0000-000000000000}"/>
          </ac:spMkLst>
        </pc:spChg>
        <pc:picChg chg="mod">
          <ac:chgData name="Bruce Friend" userId="d9b5b3d1bb79a00d" providerId="LiveId" clId="{F57CA048-5362-4CAC-BF8D-83568CC6D63D}" dt="2026-07-20T04:57:22.572" v="11" actId="1036"/>
          <ac:picMkLst>
            <pc:docMk/>
            <pc:sldMk cId="0" sldId="276"/>
            <ac:picMk id="4" creationId="{00000000-0000-0000-0000-000000000000}"/>
          </ac:picMkLst>
        </pc:picChg>
      </pc:sldChg>
      <pc:sldChg chg="modSp mod">
        <pc:chgData name="Bruce Friend" userId="d9b5b3d1bb79a00d" providerId="LiveId" clId="{F57CA048-5362-4CAC-BF8D-83568CC6D63D}" dt="2026-07-20T04:57:56.692" v="23" actId="403"/>
        <pc:sldMkLst>
          <pc:docMk/>
          <pc:sldMk cId="0" sldId="277"/>
        </pc:sldMkLst>
        <pc:spChg chg="mod">
          <ac:chgData name="Bruce Friend" userId="d9b5b3d1bb79a00d" providerId="LiveId" clId="{F57CA048-5362-4CAC-BF8D-83568CC6D63D}" dt="2026-07-20T04:57:56.692" v="23" actId="403"/>
          <ac:spMkLst>
            <pc:docMk/>
            <pc:sldMk cId="0" sldId="277"/>
            <ac:spMk id="3" creationId="{00000000-0000-0000-0000-000000000000}"/>
          </ac:spMkLst>
        </pc:spChg>
      </pc:sldChg>
      <pc:sldChg chg="modSp mod">
        <pc:chgData name="Bruce Friend" userId="d9b5b3d1bb79a00d" providerId="LiveId" clId="{F57CA048-5362-4CAC-BF8D-83568CC6D63D}" dt="2026-07-20T05:18:21.489" v="565" actId="403"/>
        <pc:sldMkLst>
          <pc:docMk/>
          <pc:sldMk cId="0" sldId="278"/>
        </pc:sldMkLst>
        <pc:spChg chg="mod">
          <ac:chgData name="Bruce Friend" userId="d9b5b3d1bb79a00d" providerId="LiveId" clId="{F57CA048-5362-4CAC-BF8D-83568CC6D63D}" dt="2026-07-20T04:58:11.117" v="37" actId="404"/>
          <ac:spMkLst>
            <pc:docMk/>
            <pc:sldMk cId="0" sldId="278"/>
            <ac:spMk id="3" creationId="{00000000-0000-0000-0000-000000000000}"/>
          </ac:spMkLst>
        </pc:spChg>
        <pc:spChg chg="mod">
          <ac:chgData name="Bruce Friend" userId="d9b5b3d1bb79a00d" providerId="LiveId" clId="{F57CA048-5362-4CAC-BF8D-83568CC6D63D}" dt="2026-07-20T04:59:06.294" v="73" actId="1036"/>
          <ac:spMkLst>
            <pc:docMk/>
            <pc:sldMk cId="0" sldId="278"/>
            <ac:spMk id="4" creationId="{00000000-0000-0000-0000-000000000000}"/>
          </ac:spMkLst>
        </pc:spChg>
        <pc:spChg chg="mod">
          <ac:chgData name="Bruce Friend" userId="d9b5b3d1bb79a00d" providerId="LiveId" clId="{F57CA048-5362-4CAC-BF8D-83568CC6D63D}" dt="2026-07-20T05:18:21.489" v="565" actId="403"/>
          <ac:spMkLst>
            <pc:docMk/>
            <pc:sldMk cId="0" sldId="278"/>
            <ac:spMk id="5" creationId="{00000000-0000-0000-0000-000000000000}"/>
          </ac:spMkLst>
        </pc:spChg>
        <pc:spChg chg="mod">
          <ac:chgData name="Bruce Friend" userId="d9b5b3d1bb79a00d" providerId="LiveId" clId="{F57CA048-5362-4CAC-BF8D-83568CC6D63D}" dt="2026-07-20T05:18:21.489" v="565" actId="403"/>
          <ac:spMkLst>
            <pc:docMk/>
            <pc:sldMk cId="0" sldId="278"/>
            <ac:spMk id="6" creationId="{00000000-0000-0000-0000-000000000000}"/>
          </ac:spMkLst>
        </pc:spChg>
        <pc:spChg chg="mod">
          <ac:chgData name="Bruce Friend" userId="d9b5b3d1bb79a00d" providerId="LiveId" clId="{F57CA048-5362-4CAC-BF8D-83568CC6D63D}" dt="2026-07-20T05:18:21.489" v="565" actId="403"/>
          <ac:spMkLst>
            <pc:docMk/>
            <pc:sldMk cId="0" sldId="278"/>
            <ac:spMk id="7" creationId="{00000000-0000-0000-0000-000000000000}"/>
          </ac:spMkLst>
        </pc:spChg>
        <pc:spChg chg="mod">
          <ac:chgData name="Bruce Friend" userId="d9b5b3d1bb79a00d" providerId="LiveId" clId="{F57CA048-5362-4CAC-BF8D-83568CC6D63D}" dt="2026-07-20T05:18:21.489" v="565" actId="403"/>
          <ac:spMkLst>
            <pc:docMk/>
            <pc:sldMk cId="0" sldId="278"/>
            <ac:spMk id="8" creationId="{00000000-0000-0000-0000-000000000000}"/>
          </ac:spMkLst>
        </pc:spChg>
        <pc:spChg chg="mod">
          <ac:chgData name="Bruce Friend" userId="d9b5b3d1bb79a00d" providerId="LiveId" clId="{F57CA048-5362-4CAC-BF8D-83568CC6D63D}" dt="2026-07-20T05:18:21.489" v="565" actId="403"/>
          <ac:spMkLst>
            <pc:docMk/>
            <pc:sldMk cId="0" sldId="278"/>
            <ac:spMk id="9" creationId="{00000000-0000-0000-0000-000000000000}"/>
          </ac:spMkLst>
        </pc:spChg>
        <pc:spChg chg="mod">
          <ac:chgData name="Bruce Friend" userId="d9b5b3d1bb79a00d" providerId="LiveId" clId="{F57CA048-5362-4CAC-BF8D-83568CC6D63D}" dt="2026-07-20T05:18:21.489" v="565" actId="403"/>
          <ac:spMkLst>
            <pc:docMk/>
            <pc:sldMk cId="0" sldId="278"/>
            <ac:spMk id="10" creationId="{00000000-0000-0000-0000-000000000000}"/>
          </ac:spMkLst>
        </pc:spChg>
        <pc:spChg chg="mod">
          <ac:chgData name="Bruce Friend" userId="d9b5b3d1bb79a00d" providerId="LiveId" clId="{F57CA048-5362-4CAC-BF8D-83568CC6D63D}" dt="2026-07-20T04:59:06.294" v="73" actId="1036"/>
          <ac:spMkLst>
            <pc:docMk/>
            <pc:sldMk cId="0" sldId="278"/>
            <ac:spMk id="11" creationId="{00000000-0000-0000-0000-000000000000}"/>
          </ac:spMkLst>
        </pc:spChg>
        <pc:spChg chg="mod">
          <ac:chgData name="Bruce Friend" userId="d9b5b3d1bb79a00d" providerId="LiveId" clId="{F57CA048-5362-4CAC-BF8D-83568CC6D63D}" dt="2026-07-20T05:18:21.489" v="565" actId="403"/>
          <ac:spMkLst>
            <pc:docMk/>
            <pc:sldMk cId="0" sldId="278"/>
            <ac:spMk id="12" creationId="{00000000-0000-0000-0000-000000000000}"/>
          </ac:spMkLst>
        </pc:spChg>
        <pc:spChg chg="mod">
          <ac:chgData name="Bruce Friend" userId="d9b5b3d1bb79a00d" providerId="LiveId" clId="{F57CA048-5362-4CAC-BF8D-83568CC6D63D}" dt="2026-07-20T04:59:06.294" v="73" actId="1036"/>
          <ac:spMkLst>
            <pc:docMk/>
            <pc:sldMk cId="0" sldId="278"/>
            <ac:spMk id="13" creationId="{00000000-0000-0000-0000-000000000000}"/>
          </ac:spMkLst>
        </pc:spChg>
        <pc:spChg chg="mod">
          <ac:chgData name="Bruce Friend" userId="d9b5b3d1bb79a00d" providerId="LiveId" clId="{F57CA048-5362-4CAC-BF8D-83568CC6D63D}" dt="2026-07-20T05:18:21.489" v="565" actId="403"/>
          <ac:spMkLst>
            <pc:docMk/>
            <pc:sldMk cId="0" sldId="278"/>
            <ac:spMk id="15" creationId="{00000000-0000-0000-0000-000000000000}"/>
          </ac:spMkLst>
        </pc:spChg>
        <pc:spChg chg="mod">
          <ac:chgData name="Bruce Friend" userId="d9b5b3d1bb79a00d" providerId="LiveId" clId="{F57CA048-5362-4CAC-BF8D-83568CC6D63D}" dt="2026-07-20T05:18:21.489" v="565" actId="403"/>
          <ac:spMkLst>
            <pc:docMk/>
            <pc:sldMk cId="0" sldId="278"/>
            <ac:spMk id="16" creationId="{00000000-0000-0000-0000-000000000000}"/>
          </ac:spMkLst>
        </pc:spChg>
        <pc:spChg chg="mod">
          <ac:chgData name="Bruce Friend" userId="d9b5b3d1bb79a00d" providerId="LiveId" clId="{F57CA048-5362-4CAC-BF8D-83568CC6D63D}" dt="2026-07-20T05:18:21.489" v="565" actId="403"/>
          <ac:spMkLst>
            <pc:docMk/>
            <pc:sldMk cId="0" sldId="278"/>
            <ac:spMk id="17" creationId="{00000000-0000-0000-0000-000000000000}"/>
          </ac:spMkLst>
        </pc:spChg>
      </pc:sldChg>
      <pc:sldChg chg="modSp mod">
        <pc:chgData name="Bruce Friend" userId="d9b5b3d1bb79a00d" providerId="LiveId" clId="{F57CA048-5362-4CAC-BF8D-83568CC6D63D}" dt="2026-07-20T04:58:25.145" v="49" actId="1036"/>
        <pc:sldMkLst>
          <pc:docMk/>
          <pc:sldMk cId="0" sldId="279"/>
        </pc:sldMkLst>
        <pc:spChg chg="mod">
          <ac:chgData name="Bruce Friend" userId="d9b5b3d1bb79a00d" providerId="LiveId" clId="{F57CA048-5362-4CAC-BF8D-83568CC6D63D}" dt="2026-07-20T04:58:25.145" v="49" actId="1036"/>
          <ac:spMkLst>
            <pc:docMk/>
            <pc:sldMk cId="0" sldId="279"/>
            <ac:spMk id="3" creationId="{00000000-0000-0000-0000-000000000000}"/>
          </ac:spMkLst>
        </pc:spChg>
      </pc:sldChg>
      <pc:sldChg chg="modSp mod">
        <pc:chgData name="Bruce Friend" userId="d9b5b3d1bb79a00d" providerId="LiveId" clId="{F57CA048-5362-4CAC-BF8D-83568CC6D63D}" dt="2026-07-20T05:17:52.603" v="562" actId="20577"/>
        <pc:sldMkLst>
          <pc:docMk/>
          <pc:sldMk cId="0" sldId="280"/>
        </pc:sldMkLst>
        <pc:spChg chg="mod">
          <ac:chgData name="Bruce Friend" userId="d9b5b3d1bb79a00d" providerId="LiveId" clId="{F57CA048-5362-4CAC-BF8D-83568CC6D63D}" dt="2026-07-20T04:58:50.906" v="63" actId="404"/>
          <ac:spMkLst>
            <pc:docMk/>
            <pc:sldMk cId="0" sldId="280"/>
            <ac:spMk id="3" creationId="{00000000-0000-0000-0000-000000000000}"/>
          </ac:spMkLst>
        </pc:spChg>
        <pc:spChg chg="mod">
          <ac:chgData name="Bruce Friend" userId="d9b5b3d1bb79a00d" providerId="LiveId" clId="{F57CA048-5362-4CAC-BF8D-83568CC6D63D}" dt="2026-07-20T04:59:19.702" v="83" actId="1036"/>
          <ac:spMkLst>
            <pc:docMk/>
            <pc:sldMk cId="0" sldId="280"/>
            <ac:spMk id="4" creationId="{00000000-0000-0000-0000-000000000000}"/>
          </ac:spMkLst>
        </pc:spChg>
        <pc:spChg chg="mod">
          <ac:chgData name="Bruce Friend" userId="d9b5b3d1bb79a00d" providerId="LiveId" clId="{F57CA048-5362-4CAC-BF8D-83568CC6D63D}" dt="2026-07-20T05:17:46.167" v="561" actId="403"/>
          <ac:spMkLst>
            <pc:docMk/>
            <pc:sldMk cId="0" sldId="280"/>
            <ac:spMk id="5" creationId="{00000000-0000-0000-0000-000000000000}"/>
          </ac:spMkLst>
        </pc:spChg>
        <pc:spChg chg="mod">
          <ac:chgData name="Bruce Friend" userId="d9b5b3d1bb79a00d" providerId="LiveId" clId="{F57CA048-5362-4CAC-BF8D-83568CC6D63D}" dt="2026-07-20T05:17:46.167" v="561" actId="403"/>
          <ac:spMkLst>
            <pc:docMk/>
            <pc:sldMk cId="0" sldId="280"/>
            <ac:spMk id="6" creationId="{00000000-0000-0000-0000-000000000000}"/>
          </ac:spMkLst>
        </pc:spChg>
        <pc:spChg chg="mod">
          <ac:chgData name="Bruce Friend" userId="d9b5b3d1bb79a00d" providerId="LiveId" clId="{F57CA048-5362-4CAC-BF8D-83568CC6D63D}" dt="2026-07-20T05:17:46.167" v="561" actId="403"/>
          <ac:spMkLst>
            <pc:docMk/>
            <pc:sldMk cId="0" sldId="280"/>
            <ac:spMk id="7" creationId="{00000000-0000-0000-0000-000000000000}"/>
          </ac:spMkLst>
        </pc:spChg>
        <pc:spChg chg="mod">
          <ac:chgData name="Bruce Friend" userId="d9b5b3d1bb79a00d" providerId="LiveId" clId="{F57CA048-5362-4CAC-BF8D-83568CC6D63D}" dt="2026-07-20T05:17:46.167" v="561" actId="403"/>
          <ac:spMkLst>
            <pc:docMk/>
            <pc:sldMk cId="0" sldId="280"/>
            <ac:spMk id="8" creationId="{00000000-0000-0000-0000-000000000000}"/>
          </ac:spMkLst>
        </pc:spChg>
        <pc:spChg chg="mod">
          <ac:chgData name="Bruce Friend" userId="d9b5b3d1bb79a00d" providerId="LiveId" clId="{F57CA048-5362-4CAC-BF8D-83568CC6D63D}" dt="2026-07-20T05:17:52.603" v="562" actId="20577"/>
          <ac:spMkLst>
            <pc:docMk/>
            <pc:sldMk cId="0" sldId="280"/>
            <ac:spMk id="9" creationId="{00000000-0000-0000-0000-000000000000}"/>
          </ac:spMkLst>
        </pc:spChg>
        <pc:spChg chg="mod">
          <ac:chgData name="Bruce Friend" userId="d9b5b3d1bb79a00d" providerId="LiveId" clId="{F57CA048-5362-4CAC-BF8D-83568CC6D63D}" dt="2026-07-20T04:59:19.702" v="83" actId="1036"/>
          <ac:spMkLst>
            <pc:docMk/>
            <pc:sldMk cId="0" sldId="280"/>
            <ac:spMk id="11" creationId="{00000000-0000-0000-0000-000000000000}"/>
          </ac:spMkLst>
        </pc:spChg>
        <pc:spChg chg="mod">
          <ac:chgData name="Bruce Friend" userId="d9b5b3d1bb79a00d" providerId="LiveId" clId="{F57CA048-5362-4CAC-BF8D-83568CC6D63D}" dt="2026-07-20T05:17:46.167" v="561" actId="403"/>
          <ac:spMkLst>
            <pc:docMk/>
            <pc:sldMk cId="0" sldId="280"/>
            <ac:spMk id="12" creationId="{00000000-0000-0000-0000-000000000000}"/>
          </ac:spMkLst>
        </pc:spChg>
        <pc:spChg chg="mod">
          <ac:chgData name="Bruce Friend" userId="d9b5b3d1bb79a00d" providerId="LiveId" clId="{F57CA048-5362-4CAC-BF8D-83568CC6D63D}" dt="2026-07-20T05:17:46.167" v="561" actId="403"/>
          <ac:spMkLst>
            <pc:docMk/>
            <pc:sldMk cId="0" sldId="280"/>
            <ac:spMk id="13" creationId="{00000000-0000-0000-0000-000000000000}"/>
          </ac:spMkLst>
        </pc:spChg>
        <pc:spChg chg="mod">
          <ac:chgData name="Bruce Friend" userId="d9b5b3d1bb79a00d" providerId="LiveId" clId="{F57CA048-5362-4CAC-BF8D-83568CC6D63D}" dt="2026-07-20T05:17:46.167" v="561" actId="403"/>
          <ac:spMkLst>
            <pc:docMk/>
            <pc:sldMk cId="0" sldId="280"/>
            <ac:spMk id="15" creationId="{00000000-0000-0000-0000-000000000000}"/>
          </ac:spMkLst>
        </pc:spChg>
        <pc:spChg chg="mod">
          <ac:chgData name="Bruce Friend" userId="d9b5b3d1bb79a00d" providerId="LiveId" clId="{F57CA048-5362-4CAC-BF8D-83568CC6D63D}" dt="2026-07-20T05:17:46.167" v="561" actId="403"/>
          <ac:spMkLst>
            <pc:docMk/>
            <pc:sldMk cId="0" sldId="280"/>
            <ac:spMk id="16" creationId="{00000000-0000-0000-0000-000000000000}"/>
          </ac:spMkLst>
        </pc:spChg>
        <pc:spChg chg="mod">
          <ac:chgData name="Bruce Friend" userId="d9b5b3d1bb79a00d" providerId="LiveId" clId="{F57CA048-5362-4CAC-BF8D-83568CC6D63D}" dt="2026-07-20T05:17:46.167" v="561" actId="403"/>
          <ac:spMkLst>
            <pc:docMk/>
            <pc:sldMk cId="0" sldId="280"/>
            <ac:spMk id="17" creationId="{00000000-0000-0000-0000-000000000000}"/>
          </ac:spMkLst>
        </pc:spChg>
      </pc:sldChg>
      <pc:sldChg chg="modSp mod">
        <pc:chgData name="Bruce Friend" userId="d9b5b3d1bb79a00d" providerId="LiveId" clId="{F57CA048-5362-4CAC-BF8D-83568CC6D63D}" dt="2026-07-20T04:59:35.562" v="95" actId="403"/>
        <pc:sldMkLst>
          <pc:docMk/>
          <pc:sldMk cId="0" sldId="281"/>
        </pc:sldMkLst>
        <pc:spChg chg="mod">
          <ac:chgData name="Bruce Friend" userId="d9b5b3d1bb79a00d" providerId="LiveId" clId="{F57CA048-5362-4CAC-BF8D-83568CC6D63D}" dt="2026-07-20T04:59:35.562" v="95" actId="403"/>
          <ac:spMkLst>
            <pc:docMk/>
            <pc:sldMk cId="0" sldId="281"/>
            <ac:spMk id="3" creationId="{00000000-0000-0000-0000-000000000000}"/>
          </ac:spMkLst>
        </pc:spChg>
      </pc:sldChg>
      <pc:sldChg chg="addSp modSp mod">
        <pc:chgData name="Bruce Friend" userId="d9b5b3d1bb79a00d" providerId="LiveId" clId="{F57CA048-5362-4CAC-BF8D-83568CC6D63D}" dt="2026-07-20T05:24:46.239" v="628" actId="14100"/>
        <pc:sldMkLst>
          <pc:docMk/>
          <pc:sldMk cId="0" sldId="282"/>
        </pc:sldMkLst>
        <pc:spChg chg="mod">
          <ac:chgData name="Bruce Friend" userId="d9b5b3d1bb79a00d" providerId="LiveId" clId="{F57CA048-5362-4CAC-BF8D-83568CC6D63D}" dt="2026-07-20T05:06:58.375" v="331" actId="1036"/>
          <ac:spMkLst>
            <pc:docMk/>
            <pc:sldMk cId="0" sldId="282"/>
            <ac:spMk id="3" creationId="{00000000-0000-0000-0000-000000000000}"/>
          </ac:spMkLst>
        </pc:spChg>
        <pc:picChg chg="mod modCrop">
          <ac:chgData name="Bruce Friend" userId="d9b5b3d1bb79a00d" providerId="LiveId" clId="{F57CA048-5362-4CAC-BF8D-83568CC6D63D}" dt="2026-07-20T05:24:42.703" v="627" actId="1038"/>
          <ac:picMkLst>
            <pc:docMk/>
            <pc:sldMk cId="0" sldId="282"/>
            <ac:picMk id="4" creationId="{00000000-0000-0000-0000-000000000000}"/>
          </ac:picMkLst>
        </pc:picChg>
        <pc:picChg chg="add mod modCrop">
          <ac:chgData name="Bruce Friend" userId="d9b5b3d1bb79a00d" providerId="LiveId" clId="{F57CA048-5362-4CAC-BF8D-83568CC6D63D}" dt="2026-07-20T05:24:46.239" v="628" actId="14100"/>
          <ac:picMkLst>
            <pc:docMk/>
            <pc:sldMk cId="0" sldId="282"/>
            <ac:picMk id="9" creationId="{D7480F2A-DF65-42E6-86B6-06365275C30E}"/>
          </ac:picMkLst>
        </pc:picChg>
        <pc:picChg chg="add">
          <ac:chgData name="Bruce Friend" userId="d9b5b3d1bb79a00d" providerId="LiveId" clId="{F57CA048-5362-4CAC-BF8D-83568CC6D63D}" dt="2026-07-20T05:04:58.939" v="297" actId="22"/>
          <ac:picMkLst>
            <pc:docMk/>
            <pc:sldMk cId="0" sldId="282"/>
            <ac:picMk id="11" creationId="{ABAF169A-2ACA-575F-B876-538046354628}"/>
          </ac:picMkLst>
        </pc:picChg>
      </pc:sldChg>
      <pc:sldChg chg="modSp mod">
        <pc:chgData name="Bruce Friend" userId="d9b5b3d1bb79a00d" providerId="LiveId" clId="{F57CA048-5362-4CAC-BF8D-83568CC6D63D}" dt="2026-07-20T05:06:47.397" v="330" actId="1036"/>
        <pc:sldMkLst>
          <pc:docMk/>
          <pc:sldMk cId="0" sldId="283"/>
        </pc:sldMkLst>
        <pc:spChg chg="mod">
          <ac:chgData name="Bruce Friend" userId="d9b5b3d1bb79a00d" providerId="LiveId" clId="{F57CA048-5362-4CAC-BF8D-83568CC6D63D}" dt="2026-07-20T05:06:47.397" v="330" actId="1036"/>
          <ac:spMkLst>
            <pc:docMk/>
            <pc:sldMk cId="0" sldId="283"/>
            <ac:spMk id="3" creationId="{00000000-0000-0000-0000-000000000000}"/>
          </ac:spMkLst>
        </pc:spChg>
        <pc:picChg chg="mod">
          <ac:chgData name="Bruce Friend" userId="d9b5b3d1bb79a00d" providerId="LiveId" clId="{F57CA048-5362-4CAC-BF8D-83568CC6D63D}" dt="2026-07-20T05:06:33.373" v="317" actId="1076"/>
          <ac:picMkLst>
            <pc:docMk/>
            <pc:sldMk cId="0" sldId="283"/>
            <ac:picMk id="4" creationId="{00000000-0000-0000-0000-000000000000}"/>
          </ac:picMkLst>
        </pc:picChg>
      </pc:sldChg>
      <pc:sldChg chg="modSp mod">
        <pc:chgData name="Bruce Friend" userId="d9b5b3d1bb79a00d" providerId="LiveId" clId="{F57CA048-5362-4CAC-BF8D-83568CC6D63D}" dt="2026-07-20T05:07:10.635" v="341" actId="1036"/>
        <pc:sldMkLst>
          <pc:docMk/>
          <pc:sldMk cId="0" sldId="284"/>
        </pc:sldMkLst>
        <pc:spChg chg="mod">
          <ac:chgData name="Bruce Friend" userId="d9b5b3d1bb79a00d" providerId="LiveId" clId="{F57CA048-5362-4CAC-BF8D-83568CC6D63D}" dt="2026-07-20T05:07:10.635" v="341" actId="1036"/>
          <ac:spMkLst>
            <pc:docMk/>
            <pc:sldMk cId="0" sldId="284"/>
            <ac:spMk id="3" creationId="{00000000-0000-0000-0000-000000000000}"/>
          </ac:spMkLst>
        </pc:spChg>
      </pc:sldChg>
      <pc:sldChg chg="modSp mod">
        <pc:chgData name="Bruce Friend" userId="d9b5b3d1bb79a00d" providerId="LiveId" clId="{F57CA048-5362-4CAC-BF8D-83568CC6D63D}" dt="2026-07-20T05:07:21.845" v="351" actId="1036"/>
        <pc:sldMkLst>
          <pc:docMk/>
          <pc:sldMk cId="0" sldId="285"/>
        </pc:sldMkLst>
        <pc:spChg chg="mod">
          <ac:chgData name="Bruce Friend" userId="d9b5b3d1bb79a00d" providerId="LiveId" clId="{F57CA048-5362-4CAC-BF8D-83568CC6D63D}" dt="2026-07-20T05:07:21.845" v="351" actId="1036"/>
          <ac:spMkLst>
            <pc:docMk/>
            <pc:sldMk cId="0" sldId="285"/>
            <ac:spMk id="3" creationId="{00000000-0000-0000-0000-000000000000}"/>
          </ac:spMkLst>
        </pc:spChg>
        <pc:picChg chg="mod">
          <ac:chgData name="Bruce Friend" userId="d9b5b3d1bb79a00d" providerId="LiveId" clId="{F57CA048-5362-4CAC-BF8D-83568CC6D63D}" dt="2026-07-20T05:05:31.033" v="301" actId="14100"/>
          <ac:picMkLst>
            <pc:docMk/>
            <pc:sldMk cId="0" sldId="285"/>
            <ac:picMk id="4" creationId="{00000000-0000-0000-0000-000000000000}"/>
          </ac:picMkLst>
        </pc:picChg>
        <pc:picChg chg="mod">
          <ac:chgData name="Bruce Friend" userId="d9b5b3d1bb79a00d" providerId="LiveId" clId="{F57CA048-5362-4CAC-BF8D-83568CC6D63D}" dt="2026-07-20T05:05:22.569" v="299" actId="14100"/>
          <ac:picMkLst>
            <pc:docMk/>
            <pc:sldMk cId="0" sldId="285"/>
            <ac:picMk id="7" creationId="{6B03FBB7-266B-C317-ED6F-EC0A47DD51DC}"/>
          </ac:picMkLst>
        </pc:picChg>
      </pc:sldChg>
      <pc:sldChg chg="modSp mod">
        <pc:chgData name="Bruce Friend" userId="d9b5b3d1bb79a00d" providerId="LiveId" clId="{F57CA048-5362-4CAC-BF8D-83568CC6D63D}" dt="2026-07-20T05:23:47.736" v="614" actId="732"/>
        <pc:sldMkLst>
          <pc:docMk/>
          <pc:sldMk cId="0" sldId="286"/>
        </pc:sldMkLst>
        <pc:spChg chg="mod">
          <ac:chgData name="Bruce Friend" userId="d9b5b3d1bb79a00d" providerId="LiveId" clId="{F57CA048-5362-4CAC-BF8D-83568CC6D63D}" dt="2026-07-20T05:07:29.515" v="362" actId="1036"/>
          <ac:spMkLst>
            <pc:docMk/>
            <pc:sldMk cId="0" sldId="286"/>
            <ac:spMk id="3" creationId="{00000000-0000-0000-0000-000000000000}"/>
          </ac:spMkLst>
        </pc:spChg>
        <pc:picChg chg="mod modCrop">
          <ac:chgData name="Bruce Friend" userId="d9b5b3d1bb79a00d" providerId="LiveId" clId="{F57CA048-5362-4CAC-BF8D-83568CC6D63D}" dt="2026-07-20T05:23:47.736" v="614" actId="732"/>
          <ac:picMkLst>
            <pc:docMk/>
            <pc:sldMk cId="0" sldId="286"/>
            <ac:picMk id="4" creationId="{00000000-0000-0000-0000-000000000000}"/>
          </ac:picMkLst>
        </pc:picChg>
      </pc:sldChg>
      <pc:sldChg chg="modSp mod">
        <pc:chgData name="Bruce Friend" userId="d9b5b3d1bb79a00d" providerId="LiveId" clId="{F57CA048-5362-4CAC-BF8D-83568CC6D63D}" dt="2026-07-20T05:23:37.815" v="613" actId="732"/>
        <pc:sldMkLst>
          <pc:docMk/>
          <pc:sldMk cId="0" sldId="287"/>
        </pc:sldMkLst>
        <pc:spChg chg="mod">
          <ac:chgData name="Bruce Friend" userId="d9b5b3d1bb79a00d" providerId="LiveId" clId="{F57CA048-5362-4CAC-BF8D-83568CC6D63D}" dt="2026-07-20T05:07:39.870" v="374" actId="1036"/>
          <ac:spMkLst>
            <pc:docMk/>
            <pc:sldMk cId="0" sldId="287"/>
            <ac:spMk id="3" creationId="{00000000-0000-0000-0000-000000000000}"/>
          </ac:spMkLst>
        </pc:spChg>
        <pc:picChg chg="mod modCrop">
          <ac:chgData name="Bruce Friend" userId="d9b5b3d1bb79a00d" providerId="LiveId" clId="{F57CA048-5362-4CAC-BF8D-83568CC6D63D}" dt="2026-07-20T05:23:37.815" v="613" actId="732"/>
          <ac:picMkLst>
            <pc:docMk/>
            <pc:sldMk cId="0" sldId="287"/>
            <ac:picMk id="4" creationId="{00000000-0000-0000-0000-000000000000}"/>
          </ac:picMkLst>
        </pc:picChg>
      </pc:sldChg>
      <pc:sldChg chg="modSp mod">
        <pc:chgData name="Bruce Friend" userId="d9b5b3d1bb79a00d" providerId="LiveId" clId="{F57CA048-5362-4CAC-BF8D-83568CC6D63D}" dt="2026-07-20T05:07:56.928" v="380" actId="1035"/>
        <pc:sldMkLst>
          <pc:docMk/>
          <pc:sldMk cId="0" sldId="288"/>
        </pc:sldMkLst>
        <pc:spChg chg="mod">
          <ac:chgData name="Bruce Friend" userId="d9b5b3d1bb79a00d" providerId="LiveId" clId="{F57CA048-5362-4CAC-BF8D-83568CC6D63D}" dt="2026-07-20T05:07:56.928" v="380" actId="1035"/>
          <ac:spMkLst>
            <pc:docMk/>
            <pc:sldMk cId="0" sldId="288"/>
            <ac:spMk id="3" creationId="{00000000-0000-0000-0000-000000000000}"/>
          </ac:spMkLst>
        </pc:spChg>
      </pc:sldChg>
      <pc:sldChg chg="modSp mod">
        <pc:chgData name="Bruce Friend" userId="d9b5b3d1bb79a00d" providerId="LiveId" clId="{F57CA048-5362-4CAC-BF8D-83568CC6D63D}" dt="2026-07-20T05:10:19.819" v="419" actId="14100"/>
        <pc:sldMkLst>
          <pc:docMk/>
          <pc:sldMk cId="0" sldId="289"/>
        </pc:sldMkLst>
        <pc:spChg chg="mod">
          <ac:chgData name="Bruce Friend" userId="d9b5b3d1bb79a00d" providerId="LiveId" clId="{F57CA048-5362-4CAC-BF8D-83568CC6D63D}" dt="2026-07-20T05:08:08.596" v="392" actId="1036"/>
          <ac:spMkLst>
            <pc:docMk/>
            <pc:sldMk cId="0" sldId="289"/>
            <ac:spMk id="3" creationId="{00000000-0000-0000-0000-000000000000}"/>
          </ac:spMkLst>
        </pc:spChg>
        <pc:picChg chg="mod modCrop">
          <ac:chgData name="Bruce Friend" userId="d9b5b3d1bb79a00d" providerId="LiveId" clId="{F57CA048-5362-4CAC-BF8D-83568CC6D63D}" dt="2026-07-20T05:10:19.819" v="419" actId="14100"/>
          <ac:picMkLst>
            <pc:docMk/>
            <pc:sldMk cId="0" sldId="289"/>
            <ac:picMk id="4" creationId="{00000000-0000-0000-0000-000000000000}"/>
          </ac:picMkLst>
        </pc:picChg>
      </pc:sldChg>
      <pc:sldChg chg="modSp mod">
        <pc:chgData name="Bruce Friend" userId="d9b5b3d1bb79a00d" providerId="LiveId" clId="{F57CA048-5362-4CAC-BF8D-83568CC6D63D}" dt="2026-07-20T05:10:38.779" v="421" actId="14100"/>
        <pc:sldMkLst>
          <pc:docMk/>
          <pc:sldMk cId="0" sldId="290"/>
        </pc:sldMkLst>
        <pc:spChg chg="mod ord">
          <ac:chgData name="Bruce Friend" userId="d9b5b3d1bb79a00d" providerId="LiveId" clId="{F57CA048-5362-4CAC-BF8D-83568CC6D63D}" dt="2026-07-20T05:09:19.457" v="416" actId="166"/>
          <ac:spMkLst>
            <pc:docMk/>
            <pc:sldMk cId="0" sldId="290"/>
            <ac:spMk id="3" creationId="{00000000-0000-0000-0000-000000000000}"/>
          </ac:spMkLst>
        </pc:spChg>
        <pc:picChg chg="mod modCrop">
          <ac:chgData name="Bruce Friend" userId="d9b5b3d1bb79a00d" providerId="LiveId" clId="{F57CA048-5362-4CAC-BF8D-83568CC6D63D}" dt="2026-07-20T05:10:38.779" v="421" actId="14100"/>
          <ac:picMkLst>
            <pc:docMk/>
            <pc:sldMk cId="0" sldId="290"/>
            <ac:picMk id="4" creationId="{00000000-0000-0000-0000-000000000000}"/>
          </ac:picMkLst>
        </pc:picChg>
      </pc:sldChg>
      <pc:sldChg chg="modSp mod">
        <pc:chgData name="Bruce Friend" userId="d9b5b3d1bb79a00d" providerId="LiveId" clId="{F57CA048-5362-4CAC-BF8D-83568CC6D63D}" dt="2026-07-20T05:11:54.238" v="465" actId="1036"/>
        <pc:sldMkLst>
          <pc:docMk/>
          <pc:sldMk cId="0" sldId="291"/>
        </pc:sldMkLst>
        <pc:spChg chg="mod">
          <ac:chgData name="Bruce Friend" userId="d9b5b3d1bb79a00d" providerId="LiveId" clId="{F57CA048-5362-4CAC-BF8D-83568CC6D63D}" dt="2026-07-20T05:11:54.238" v="465" actId="1036"/>
          <ac:spMkLst>
            <pc:docMk/>
            <pc:sldMk cId="0" sldId="291"/>
            <ac:spMk id="3" creationId="{00000000-0000-0000-0000-000000000000}"/>
          </ac:spMkLst>
        </pc:spChg>
      </pc:sldChg>
      <pc:sldChg chg="modSp mod">
        <pc:chgData name="Bruce Friend" userId="d9b5b3d1bb79a00d" providerId="LiveId" clId="{F57CA048-5362-4CAC-BF8D-83568CC6D63D}" dt="2026-07-20T06:02:03.181" v="2350" actId="1036"/>
        <pc:sldMkLst>
          <pc:docMk/>
          <pc:sldMk cId="0" sldId="292"/>
        </pc:sldMkLst>
        <pc:spChg chg="mod">
          <ac:chgData name="Bruce Friend" userId="d9b5b3d1bb79a00d" providerId="LiveId" clId="{F57CA048-5362-4CAC-BF8D-83568CC6D63D}" dt="2026-07-20T05:11:33.562" v="441" actId="403"/>
          <ac:spMkLst>
            <pc:docMk/>
            <pc:sldMk cId="0" sldId="292"/>
            <ac:spMk id="3" creationId="{00000000-0000-0000-0000-000000000000}"/>
          </ac:spMkLst>
        </pc:spChg>
        <pc:picChg chg="mod">
          <ac:chgData name="Bruce Friend" userId="d9b5b3d1bb79a00d" providerId="LiveId" clId="{F57CA048-5362-4CAC-BF8D-83568CC6D63D}" dt="2026-07-20T06:02:03.181" v="2350" actId="1036"/>
          <ac:picMkLst>
            <pc:docMk/>
            <pc:sldMk cId="0" sldId="292"/>
            <ac:picMk id="4" creationId="{00000000-0000-0000-0000-000000000000}"/>
          </ac:picMkLst>
        </pc:picChg>
      </pc:sldChg>
      <pc:sldChg chg="modSp mod">
        <pc:chgData name="Bruce Friend" userId="d9b5b3d1bb79a00d" providerId="LiveId" clId="{F57CA048-5362-4CAC-BF8D-83568CC6D63D}" dt="2026-07-20T06:01:56.397" v="2346" actId="1036"/>
        <pc:sldMkLst>
          <pc:docMk/>
          <pc:sldMk cId="0" sldId="293"/>
        </pc:sldMkLst>
        <pc:spChg chg="mod">
          <ac:chgData name="Bruce Friend" userId="d9b5b3d1bb79a00d" providerId="LiveId" clId="{F57CA048-5362-4CAC-BF8D-83568CC6D63D}" dt="2026-07-20T05:11:44.499" v="453" actId="1036"/>
          <ac:spMkLst>
            <pc:docMk/>
            <pc:sldMk cId="0" sldId="293"/>
            <ac:spMk id="3" creationId="{00000000-0000-0000-0000-000000000000}"/>
          </ac:spMkLst>
        </pc:spChg>
        <pc:picChg chg="mod">
          <ac:chgData name="Bruce Friend" userId="d9b5b3d1bb79a00d" providerId="LiveId" clId="{F57CA048-5362-4CAC-BF8D-83568CC6D63D}" dt="2026-07-20T06:01:56.397" v="2346" actId="1036"/>
          <ac:picMkLst>
            <pc:docMk/>
            <pc:sldMk cId="0" sldId="293"/>
            <ac:picMk id="4" creationId="{00000000-0000-0000-0000-000000000000}"/>
          </ac:picMkLst>
        </pc:picChg>
      </pc:sldChg>
      <pc:sldChg chg="modSp mod">
        <pc:chgData name="Bruce Friend" userId="d9b5b3d1bb79a00d" providerId="LiveId" clId="{F57CA048-5362-4CAC-BF8D-83568CC6D63D}" dt="2026-07-20T06:02:48.351" v="2354" actId="14100"/>
        <pc:sldMkLst>
          <pc:docMk/>
          <pc:sldMk cId="0" sldId="294"/>
        </pc:sldMkLst>
        <pc:spChg chg="mod">
          <ac:chgData name="Bruce Friend" userId="d9b5b3d1bb79a00d" providerId="LiveId" clId="{F57CA048-5362-4CAC-BF8D-83568CC6D63D}" dt="2026-07-20T05:12:17.709" v="477" actId="1036"/>
          <ac:spMkLst>
            <pc:docMk/>
            <pc:sldMk cId="0" sldId="294"/>
            <ac:spMk id="3" creationId="{00000000-0000-0000-0000-000000000000}"/>
          </ac:spMkLst>
        </pc:spChg>
        <pc:picChg chg="mod">
          <ac:chgData name="Bruce Friend" userId="d9b5b3d1bb79a00d" providerId="LiveId" clId="{F57CA048-5362-4CAC-BF8D-83568CC6D63D}" dt="2026-07-20T06:02:48.351" v="2354" actId="14100"/>
          <ac:picMkLst>
            <pc:docMk/>
            <pc:sldMk cId="0" sldId="294"/>
            <ac:picMk id="4" creationId="{00000000-0000-0000-0000-000000000000}"/>
          </ac:picMkLst>
        </pc:picChg>
      </pc:sldChg>
      <pc:sldChg chg="modSp mod">
        <pc:chgData name="Bruce Friend" userId="d9b5b3d1bb79a00d" providerId="LiveId" clId="{F57CA048-5362-4CAC-BF8D-83568CC6D63D}" dt="2026-07-20T06:03:41.764" v="2368" actId="1036"/>
        <pc:sldMkLst>
          <pc:docMk/>
          <pc:sldMk cId="0" sldId="295"/>
        </pc:sldMkLst>
        <pc:spChg chg="mod">
          <ac:chgData name="Bruce Friend" userId="d9b5b3d1bb79a00d" providerId="LiveId" clId="{F57CA048-5362-4CAC-BF8D-83568CC6D63D}" dt="2026-07-20T05:12:38.481" v="491" actId="1035"/>
          <ac:spMkLst>
            <pc:docMk/>
            <pc:sldMk cId="0" sldId="295"/>
            <ac:spMk id="3" creationId="{00000000-0000-0000-0000-000000000000}"/>
          </ac:spMkLst>
        </pc:spChg>
        <pc:picChg chg="mod">
          <ac:chgData name="Bruce Friend" userId="d9b5b3d1bb79a00d" providerId="LiveId" clId="{F57CA048-5362-4CAC-BF8D-83568CC6D63D}" dt="2026-07-20T06:03:41.764" v="2368" actId="1036"/>
          <ac:picMkLst>
            <pc:docMk/>
            <pc:sldMk cId="0" sldId="295"/>
            <ac:picMk id="4" creationId="{00000000-0000-0000-0000-000000000000}"/>
          </ac:picMkLst>
        </pc:picChg>
      </pc:sldChg>
      <pc:sldChg chg="modSp mod">
        <pc:chgData name="Bruce Friend" userId="d9b5b3d1bb79a00d" providerId="LiveId" clId="{F57CA048-5362-4CAC-BF8D-83568CC6D63D}" dt="2026-07-20T05:23:05.800" v="612" actId="14100"/>
        <pc:sldMkLst>
          <pc:docMk/>
          <pc:sldMk cId="0" sldId="296"/>
        </pc:sldMkLst>
        <pc:spChg chg="mod">
          <ac:chgData name="Bruce Friend" userId="d9b5b3d1bb79a00d" providerId="LiveId" clId="{F57CA048-5362-4CAC-BF8D-83568CC6D63D}" dt="2026-07-20T05:13:14.743" v="508" actId="1036"/>
          <ac:spMkLst>
            <pc:docMk/>
            <pc:sldMk cId="0" sldId="296"/>
            <ac:spMk id="3" creationId="{00000000-0000-0000-0000-000000000000}"/>
          </ac:spMkLst>
        </pc:spChg>
        <pc:picChg chg="mod modCrop">
          <ac:chgData name="Bruce Friend" userId="d9b5b3d1bb79a00d" providerId="LiveId" clId="{F57CA048-5362-4CAC-BF8D-83568CC6D63D}" dt="2026-07-20T05:23:05.800" v="612" actId="14100"/>
          <ac:picMkLst>
            <pc:docMk/>
            <pc:sldMk cId="0" sldId="296"/>
            <ac:picMk id="4" creationId="{00000000-0000-0000-0000-000000000000}"/>
          </ac:picMkLst>
        </pc:picChg>
      </pc:sldChg>
      <pc:sldChg chg="modSp mod ord">
        <pc:chgData name="Bruce Friend" userId="d9b5b3d1bb79a00d" providerId="LiveId" clId="{F57CA048-5362-4CAC-BF8D-83568CC6D63D}" dt="2026-07-20T05:21:24.088" v="581"/>
        <pc:sldMkLst>
          <pc:docMk/>
          <pc:sldMk cId="0" sldId="297"/>
        </pc:sldMkLst>
        <pc:spChg chg="mod">
          <ac:chgData name="Bruce Friend" userId="d9b5b3d1bb79a00d" providerId="LiveId" clId="{F57CA048-5362-4CAC-BF8D-83568CC6D63D}" dt="2026-07-20T05:19:33.533" v="577" actId="20577"/>
          <ac:spMkLst>
            <pc:docMk/>
            <pc:sldMk cId="0" sldId="297"/>
            <ac:spMk id="3" creationId="{00000000-0000-0000-0000-000000000000}"/>
          </ac:spMkLst>
        </pc:spChg>
      </pc:sldChg>
      <pc:sldChg chg="modSp mod ord">
        <pc:chgData name="Bruce Friend" userId="d9b5b3d1bb79a00d" providerId="LiveId" clId="{F57CA048-5362-4CAC-BF8D-83568CC6D63D}" dt="2026-07-20T05:19:56.839" v="579"/>
        <pc:sldMkLst>
          <pc:docMk/>
          <pc:sldMk cId="0" sldId="298"/>
        </pc:sldMkLst>
        <pc:spChg chg="mod">
          <ac:chgData name="Bruce Friend" userId="d9b5b3d1bb79a00d" providerId="LiveId" clId="{F57CA048-5362-4CAC-BF8D-83568CC6D63D}" dt="2026-07-20T05:14:21.776" v="543" actId="1036"/>
          <ac:spMkLst>
            <pc:docMk/>
            <pc:sldMk cId="0" sldId="298"/>
            <ac:spMk id="3" creationId="{00000000-0000-0000-0000-000000000000}"/>
          </ac:spMkLst>
        </pc:spChg>
      </pc:sldChg>
      <pc:sldChg chg="modSp mod">
        <pc:chgData name="Bruce Friend" userId="d9b5b3d1bb79a00d" providerId="LiveId" clId="{F57CA048-5362-4CAC-BF8D-83568CC6D63D}" dt="2026-07-20T05:17:28.079" v="558" actId="404"/>
        <pc:sldMkLst>
          <pc:docMk/>
          <pc:sldMk cId="0" sldId="299"/>
        </pc:sldMkLst>
        <pc:spChg chg="mod">
          <ac:chgData name="Bruce Friend" userId="d9b5b3d1bb79a00d" providerId="LiveId" clId="{F57CA048-5362-4CAC-BF8D-83568CC6D63D}" dt="2026-07-20T05:14:29.098" v="545" actId="403"/>
          <ac:spMkLst>
            <pc:docMk/>
            <pc:sldMk cId="0" sldId="299"/>
            <ac:spMk id="3" creationId="{00000000-0000-0000-0000-000000000000}"/>
          </ac:spMkLst>
        </pc:spChg>
        <pc:spChg chg="mod">
          <ac:chgData name="Bruce Friend" userId="d9b5b3d1bb79a00d" providerId="LiveId" clId="{F57CA048-5362-4CAC-BF8D-83568CC6D63D}" dt="2026-07-20T05:17:28.079" v="558" actId="404"/>
          <ac:spMkLst>
            <pc:docMk/>
            <pc:sldMk cId="0" sldId="299"/>
            <ac:spMk id="5" creationId="{00000000-0000-0000-0000-000000000000}"/>
          </ac:spMkLst>
        </pc:spChg>
        <pc:spChg chg="mod">
          <ac:chgData name="Bruce Friend" userId="d9b5b3d1bb79a00d" providerId="LiveId" clId="{F57CA048-5362-4CAC-BF8D-83568CC6D63D}" dt="2026-07-20T05:16:44.135" v="554" actId="403"/>
          <ac:spMkLst>
            <pc:docMk/>
            <pc:sldMk cId="0" sldId="299"/>
            <ac:spMk id="6" creationId="{00000000-0000-0000-0000-000000000000}"/>
          </ac:spMkLst>
        </pc:spChg>
        <pc:spChg chg="mod">
          <ac:chgData name="Bruce Friend" userId="d9b5b3d1bb79a00d" providerId="LiveId" clId="{F57CA048-5362-4CAC-BF8D-83568CC6D63D}" dt="2026-07-20T05:16:44.135" v="554" actId="403"/>
          <ac:spMkLst>
            <pc:docMk/>
            <pc:sldMk cId="0" sldId="299"/>
            <ac:spMk id="7" creationId="{00000000-0000-0000-0000-000000000000}"/>
          </ac:spMkLst>
        </pc:spChg>
        <pc:spChg chg="mod">
          <ac:chgData name="Bruce Friend" userId="d9b5b3d1bb79a00d" providerId="LiveId" clId="{F57CA048-5362-4CAC-BF8D-83568CC6D63D}" dt="2026-07-20T05:16:44.135" v="554" actId="403"/>
          <ac:spMkLst>
            <pc:docMk/>
            <pc:sldMk cId="0" sldId="299"/>
            <ac:spMk id="10" creationId="{00000000-0000-0000-0000-000000000000}"/>
          </ac:spMkLst>
        </pc:spChg>
        <pc:spChg chg="mod">
          <ac:chgData name="Bruce Friend" userId="d9b5b3d1bb79a00d" providerId="LiveId" clId="{F57CA048-5362-4CAC-BF8D-83568CC6D63D}" dt="2026-07-20T05:17:28.079" v="558" actId="404"/>
          <ac:spMkLst>
            <pc:docMk/>
            <pc:sldMk cId="0" sldId="299"/>
            <ac:spMk id="12" creationId="{00000000-0000-0000-0000-000000000000}"/>
          </ac:spMkLst>
        </pc:spChg>
        <pc:spChg chg="mod">
          <ac:chgData name="Bruce Friend" userId="d9b5b3d1bb79a00d" providerId="LiveId" clId="{F57CA048-5362-4CAC-BF8D-83568CC6D63D}" dt="2026-07-20T05:16:44.135" v="554" actId="403"/>
          <ac:spMkLst>
            <pc:docMk/>
            <pc:sldMk cId="0" sldId="299"/>
            <ac:spMk id="13" creationId="{00000000-0000-0000-0000-000000000000}"/>
          </ac:spMkLst>
        </pc:spChg>
        <pc:spChg chg="mod">
          <ac:chgData name="Bruce Friend" userId="d9b5b3d1bb79a00d" providerId="LiveId" clId="{F57CA048-5362-4CAC-BF8D-83568CC6D63D}" dt="2026-07-20T05:16:44.135" v="554" actId="403"/>
          <ac:spMkLst>
            <pc:docMk/>
            <pc:sldMk cId="0" sldId="299"/>
            <ac:spMk id="14" creationId="{00000000-0000-0000-0000-000000000000}"/>
          </ac:spMkLst>
        </pc:spChg>
        <pc:spChg chg="mod">
          <ac:chgData name="Bruce Friend" userId="d9b5b3d1bb79a00d" providerId="LiveId" clId="{F57CA048-5362-4CAC-BF8D-83568CC6D63D}" dt="2026-07-20T05:16:44.135" v="554" actId="403"/>
          <ac:spMkLst>
            <pc:docMk/>
            <pc:sldMk cId="0" sldId="299"/>
            <ac:spMk id="15" creationId="{00000000-0000-0000-0000-000000000000}"/>
          </ac:spMkLst>
        </pc:spChg>
        <pc:spChg chg="mod">
          <ac:chgData name="Bruce Friend" userId="d9b5b3d1bb79a00d" providerId="LiveId" clId="{F57CA048-5362-4CAC-BF8D-83568CC6D63D}" dt="2026-07-20T05:16:44.135" v="554" actId="403"/>
          <ac:spMkLst>
            <pc:docMk/>
            <pc:sldMk cId="0" sldId="299"/>
            <ac:spMk id="16" creationId="{00000000-0000-0000-0000-000000000000}"/>
          </ac:spMkLst>
        </pc:spChg>
        <pc:spChg chg="mod">
          <ac:chgData name="Bruce Friend" userId="d9b5b3d1bb79a00d" providerId="LiveId" clId="{F57CA048-5362-4CAC-BF8D-83568CC6D63D}" dt="2026-07-20T05:16:44.135" v="554" actId="403"/>
          <ac:spMkLst>
            <pc:docMk/>
            <pc:sldMk cId="0" sldId="299"/>
            <ac:spMk id="17" creationId="{00000000-0000-0000-0000-000000000000}"/>
          </ac:spMkLst>
        </pc:spChg>
      </pc:sldChg>
      <pc:sldChg chg="modSp del mod">
        <pc:chgData name="Bruce Friend" userId="d9b5b3d1bb79a00d" providerId="LiveId" clId="{F57CA048-5362-4CAC-BF8D-83568CC6D63D}" dt="2026-07-20T05:16:12.246" v="551" actId="47"/>
        <pc:sldMkLst>
          <pc:docMk/>
          <pc:sldMk cId="0" sldId="300"/>
        </pc:sldMkLst>
        <pc:spChg chg="mod">
          <ac:chgData name="Bruce Friend" userId="d9b5b3d1bb79a00d" providerId="LiveId" clId="{F57CA048-5362-4CAC-BF8D-83568CC6D63D}" dt="2026-07-20T05:15:04.502" v="549" actId="404"/>
          <ac:spMkLst>
            <pc:docMk/>
            <pc:sldMk cId="0" sldId="300"/>
            <ac:spMk id="2" creationId="{00000000-0000-0000-0000-000000000000}"/>
          </ac:spMkLst>
        </pc:spChg>
        <pc:spChg chg="mod">
          <ac:chgData name="Bruce Friend" userId="d9b5b3d1bb79a00d" providerId="LiveId" clId="{F57CA048-5362-4CAC-BF8D-83568CC6D63D}" dt="2026-07-20T05:15:15.777" v="550" actId="255"/>
          <ac:spMkLst>
            <pc:docMk/>
            <pc:sldMk cId="0" sldId="300"/>
            <ac:spMk id="3" creationId="{00000000-0000-0000-0000-000000000000}"/>
          </ac:spMkLst>
        </pc:spChg>
        <pc:spChg chg="mod">
          <ac:chgData name="Bruce Friend" userId="d9b5b3d1bb79a00d" providerId="LiveId" clId="{F57CA048-5362-4CAC-BF8D-83568CC6D63D}" dt="2026-07-20T05:15:15.777" v="550" actId="255"/>
          <ac:spMkLst>
            <pc:docMk/>
            <pc:sldMk cId="0" sldId="300"/>
            <ac:spMk id="4" creationId="{00000000-0000-0000-0000-000000000000}"/>
          </ac:spMkLst>
        </pc:spChg>
        <pc:spChg chg="mod">
          <ac:chgData name="Bruce Friend" userId="d9b5b3d1bb79a00d" providerId="LiveId" clId="{F57CA048-5362-4CAC-BF8D-83568CC6D63D}" dt="2026-07-20T05:15:15.777" v="550" actId="255"/>
          <ac:spMkLst>
            <pc:docMk/>
            <pc:sldMk cId="0" sldId="300"/>
            <ac:spMk id="5" creationId="{00000000-0000-0000-0000-000000000000}"/>
          </ac:spMkLst>
        </pc:spChg>
        <pc:spChg chg="mod">
          <ac:chgData name="Bruce Friend" userId="d9b5b3d1bb79a00d" providerId="LiveId" clId="{F57CA048-5362-4CAC-BF8D-83568CC6D63D}" dt="2026-07-20T05:15:15.777" v="550" actId="255"/>
          <ac:spMkLst>
            <pc:docMk/>
            <pc:sldMk cId="0" sldId="300"/>
            <ac:spMk id="6" creationId="{00000000-0000-0000-0000-000000000000}"/>
          </ac:spMkLst>
        </pc:spChg>
        <pc:spChg chg="mod">
          <ac:chgData name="Bruce Friend" userId="d9b5b3d1bb79a00d" providerId="LiveId" clId="{F57CA048-5362-4CAC-BF8D-83568CC6D63D}" dt="2026-07-20T05:15:15.777" v="550" actId="255"/>
          <ac:spMkLst>
            <pc:docMk/>
            <pc:sldMk cId="0" sldId="300"/>
            <ac:spMk id="7" creationId="{00000000-0000-0000-0000-000000000000}"/>
          </ac:spMkLst>
        </pc:spChg>
        <pc:spChg chg="mod">
          <ac:chgData name="Bruce Friend" userId="d9b5b3d1bb79a00d" providerId="LiveId" clId="{F57CA048-5362-4CAC-BF8D-83568CC6D63D}" dt="2026-07-20T05:15:15.777" v="550" actId="255"/>
          <ac:spMkLst>
            <pc:docMk/>
            <pc:sldMk cId="0" sldId="300"/>
            <ac:spMk id="8" creationId="{00000000-0000-0000-0000-000000000000}"/>
          </ac:spMkLst>
        </pc:spChg>
        <pc:spChg chg="mod">
          <ac:chgData name="Bruce Friend" userId="d9b5b3d1bb79a00d" providerId="LiveId" clId="{F57CA048-5362-4CAC-BF8D-83568CC6D63D}" dt="2026-07-20T05:15:15.777" v="550" actId="255"/>
          <ac:spMkLst>
            <pc:docMk/>
            <pc:sldMk cId="0" sldId="300"/>
            <ac:spMk id="9" creationId="{00000000-0000-0000-0000-000000000000}"/>
          </ac:spMkLst>
        </pc:spChg>
        <pc:spChg chg="mod">
          <ac:chgData name="Bruce Friend" userId="d9b5b3d1bb79a00d" providerId="LiveId" clId="{F57CA048-5362-4CAC-BF8D-83568CC6D63D}" dt="2026-07-20T05:15:15.777" v="550" actId="255"/>
          <ac:spMkLst>
            <pc:docMk/>
            <pc:sldMk cId="0" sldId="300"/>
            <ac:spMk id="10" creationId="{00000000-0000-0000-0000-000000000000}"/>
          </ac:spMkLst>
        </pc:spChg>
      </pc:sldChg>
      <pc:sldChg chg="add del setBg">
        <pc:chgData name="Bruce Friend" userId="d9b5b3d1bb79a00d" providerId="LiveId" clId="{F57CA048-5362-4CAC-BF8D-83568CC6D63D}" dt="2026-07-20T05:18:55.422" v="567"/>
        <pc:sldMkLst>
          <pc:docMk/>
          <pc:sldMk cId="1759201174" sldId="309"/>
        </pc:sldMkLst>
      </pc:sldChg>
      <pc:sldChg chg="add ord">
        <pc:chgData name="Bruce Friend" userId="d9b5b3d1bb79a00d" providerId="LiveId" clId="{F57CA048-5362-4CAC-BF8D-83568CC6D63D}" dt="2026-07-20T05:19:08.300" v="570"/>
        <pc:sldMkLst>
          <pc:docMk/>
          <pc:sldMk cId="3900125089" sldId="30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A3BE1A-9346-40E1-AA0F-EA75AF885E69}" type="datetimeFigureOut">
              <a:rPr lang="en-US" smtClean="0"/>
              <a:t>7/20/2026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6F1FFF-3105-4837-9DB5-5E5402E98C15}" type="slidenum">
              <a:rPr lang="en-US" smtClean="0"/>
              <a:t>‹#›</a:t>
            </a:fld>
            <a:endParaRPr lang="en-US"/>
          </a:p>
        </p:txBody>
      </p:sp>
    </p:spTree>
    <p:extLst>
      <p:ext uri="{BB962C8B-B14F-4D97-AF65-F5344CB8AC3E}">
        <p14:creationId xmlns:p14="http://schemas.microsoft.com/office/powerpoint/2010/main" val="1910767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AF22F9C-5E76-4DA8-B0B5-4AD05B38E730}" type="datetime1">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01B7B3D-0385-4FBA-9A0F-4899431F8BFE}" type="datetime1">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87123F2-DB77-4C5B-9BAF-1BECA006A028}" type="datetime1">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04AAFAE-AB53-4701-B9F1-870C6257E8E5}" type="datetime1">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F1C942-7B95-4632-9130-6753779C1AC4}" type="datetime1">
              <a:rPr lang="en-US" smtClean="0"/>
              <a:t>7/20/2026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501491"/>
            <a:ext cx="2133600" cy="365125"/>
          </a:xfrm>
        </p:spPr>
        <p:txBody>
          <a:bodyPr/>
          <a:lstStyle>
            <a:lvl1pPr>
              <a:defRPr sz="1400"/>
            </a:lvl1pPr>
          </a:lstStyle>
          <a:p>
            <a:fld id="{CB5D61DD-BDCB-41BE-9EA4-D17F70E922E0}" type="datetime1">
              <a:rPr lang="en-US" smtClean="0"/>
              <a:pPr/>
              <a:t>7/20/2026</a:t>
            </a:fld>
            <a:endParaRPr lang="en-US" sz="1400"/>
          </a:p>
        </p:txBody>
      </p:sp>
      <p:sp>
        <p:nvSpPr>
          <p:cNvPr id="4" name="Footer Placeholder 3"/>
          <p:cNvSpPr>
            <a:spLocks noGrp="1"/>
          </p:cNvSpPr>
          <p:nvPr>
            <p:ph type="ftr" sz="quarter" idx="11"/>
          </p:nvPr>
        </p:nvSpPr>
        <p:spPr>
          <a:xfrm>
            <a:off x="3124200" y="6501490"/>
            <a:ext cx="2895600" cy="365125"/>
          </a:xfrm>
        </p:spPr>
        <p:txBody>
          <a:bodyPr/>
          <a:lstStyle/>
          <a:p>
            <a:endParaRPr lang="en-US"/>
          </a:p>
        </p:txBody>
      </p:sp>
      <p:sp>
        <p:nvSpPr>
          <p:cNvPr id="5" name="Slide Number Placeholder 4"/>
          <p:cNvSpPr>
            <a:spLocks noGrp="1"/>
          </p:cNvSpPr>
          <p:nvPr>
            <p:ph type="sldNum" sz="quarter" idx="12"/>
          </p:nvPr>
        </p:nvSpPr>
        <p:spPr>
          <a:xfrm>
            <a:off x="9688283" y="6501491"/>
            <a:ext cx="2133600" cy="365125"/>
          </a:xfrm>
        </p:spPr>
        <p:txBody>
          <a:bodyPr/>
          <a:lstStyle>
            <a:lvl1pPr>
              <a:defRPr sz="1400"/>
            </a:lvl1pPr>
          </a:lstStyle>
          <a:p>
            <a:fld id="{C1FF6DA9-008F-8B48-92A6-B652298478BF}" type="slidenum">
              <a:rPr lang="en-US" smtClean="0"/>
              <a:pPr/>
              <a:t>‹#›</a:t>
            </a:fld>
            <a:endParaRPr lang="en-US" sz="140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01490"/>
            <a:ext cx="2133600" cy="365125"/>
          </a:xfrm>
        </p:spPr>
        <p:txBody>
          <a:bodyPr/>
          <a:lstStyle/>
          <a:p>
            <a:fld id="{BB347BA6-E8C9-4D03-9AD0-7AF2A4391979}" type="datetime1">
              <a:rPr lang="en-US" smtClean="0"/>
              <a:t>7/20/2026</a:t>
            </a:fld>
            <a:endParaRPr lang="en-US"/>
          </a:p>
        </p:txBody>
      </p:sp>
      <p:sp>
        <p:nvSpPr>
          <p:cNvPr id="3" name="Footer Placeholder 2"/>
          <p:cNvSpPr>
            <a:spLocks noGrp="1"/>
          </p:cNvSpPr>
          <p:nvPr>
            <p:ph type="ftr" sz="quarter" idx="11"/>
          </p:nvPr>
        </p:nvSpPr>
        <p:spPr>
          <a:xfrm>
            <a:off x="3124200" y="6501494"/>
            <a:ext cx="2895600" cy="365125"/>
          </a:xfrm>
        </p:spPr>
        <p:txBody>
          <a:bodyPr/>
          <a:lstStyle/>
          <a:p>
            <a:endParaRPr lang="en-US"/>
          </a:p>
        </p:txBody>
      </p:sp>
      <p:sp>
        <p:nvSpPr>
          <p:cNvPr id="4" name="Slide Number Placeholder 3"/>
          <p:cNvSpPr>
            <a:spLocks noGrp="1"/>
          </p:cNvSpPr>
          <p:nvPr>
            <p:ph type="sldNum" sz="quarter" idx="12"/>
          </p:nvPr>
        </p:nvSpPr>
        <p:spPr>
          <a:xfrm>
            <a:off x="9673769" y="6501490"/>
            <a:ext cx="21336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B0583C-7D46-488B-8D71-201598533BC2}" type="datetime1">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CD6E8A2-123B-471B-B470-08730A411390}" type="datetime1">
              <a:rPr lang="en-US" smtClean="0"/>
              <a:t>7/20/2026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5B6E34-D09B-450E-AEA3-0DCF49F0BD07}" type="datetime1">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F9F638-2257-4CC3-85F0-0080CDE2591C}" type="datetime1">
              <a:rPr lang="en-US" smtClean="0"/>
              <a:t>7/20/2026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646DA3-2865-458F-97D1-C56767CC7220}" type="datetime1">
              <a:rPr lang="en-US" smtClean="0"/>
              <a:t>7/20/2026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yougov.com/en-us/articles/52390-whats-shaping-americas-cinema-audience" TargetMode="External"/><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822960" y="2286000"/>
            <a:ext cx="10515600" cy="707886"/>
          </a:xfrm>
          <a:prstGeom prst="rect">
            <a:avLst/>
          </a:prstGeom>
          <a:noFill/>
        </p:spPr>
        <p:txBody>
          <a:bodyPr wrap="square">
            <a:spAutoFit/>
          </a:bodyPr>
          <a:lstStyle/>
          <a:p>
            <a:r>
              <a:rPr sz="4000" b="1" i="0" dirty="0">
                <a:solidFill>
                  <a:srgbClr val="FFFFFF"/>
                </a:solidFill>
              </a:rPr>
              <a:t>ARENA Fatal Fury — Concept Test Chart</a:t>
            </a:r>
            <a:r>
              <a:rPr lang="en-US" sz="4000" b="1" i="0" dirty="0">
                <a:solidFill>
                  <a:srgbClr val="FFFFFF"/>
                </a:solidFill>
              </a:rPr>
              <a:t>s/Report</a:t>
            </a:r>
            <a:endParaRPr sz="4000" b="1" i="0" dirty="0">
              <a:solidFill>
                <a:srgbClr val="FFFFFF"/>
              </a:solidFill>
            </a:endParaRPr>
          </a:p>
        </p:txBody>
      </p:sp>
      <p:sp>
        <p:nvSpPr>
          <p:cNvPr id="3" name="TextBox 2"/>
          <p:cNvSpPr txBox="1"/>
          <p:nvPr/>
        </p:nvSpPr>
        <p:spPr>
          <a:xfrm>
            <a:off x="822960" y="3291840"/>
            <a:ext cx="10515600" cy="548640"/>
          </a:xfrm>
          <a:prstGeom prst="rect">
            <a:avLst/>
          </a:prstGeom>
          <a:noFill/>
        </p:spPr>
        <p:txBody>
          <a:bodyPr wrap="square">
            <a:spAutoFit/>
          </a:bodyPr>
          <a:lstStyle/>
          <a:p>
            <a:r>
              <a:rPr sz="2000" b="0" i="0">
                <a:solidFill>
                  <a:srgbClr val="CADCFC"/>
                </a:solidFill>
              </a:rPr>
              <a:t>Comparing all 6 tests — Written / Audio / Video × Goyer / Sheridan</a:t>
            </a:r>
          </a:p>
        </p:txBody>
      </p:sp>
      <p:sp>
        <p:nvSpPr>
          <p:cNvPr id="4" name="TextBox 3"/>
          <p:cNvSpPr txBox="1"/>
          <p:nvPr/>
        </p:nvSpPr>
        <p:spPr>
          <a:xfrm>
            <a:off x="822960" y="5394960"/>
            <a:ext cx="10515600" cy="822960"/>
          </a:xfrm>
          <a:prstGeom prst="rect">
            <a:avLst/>
          </a:prstGeom>
          <a:noFill/>
        </p:spPr>
        <p:txBody>
          <a:bodyPr wrap="square">
            <a:spAutoFit/>
          </a:bodyPr>
          <a:lstStyle/>
          <a:p>
            <a:r>
              <a:rPr sz="1200" b="0" i="0">
                <a:solidFill>
                  <a:srgbClr val="B9C3E0"/>
                </a:solidFill>
              </a:rPr>
              <a:t>Working charts — headlines intentionally blank (Bruce/Rolfe to write). Mode A internal. Synthetic audience (model-simulated archetypes) — directional read, not fielded quant. 2026-07-19 parser-fix build, QA battery PASS.</a:t>
            </a:r>
          </a:p>
        </p:txBody>
      </p:sp>
      <p:sp>
        <p:nvSpPr>
          <p:cNvPr id="5" name="Date Placeholder 4">
            <a:extLst>
              <a:ext uri="{FF2B5EF4-FFF2-40B4-BE49-F238E27FC236}">
                <a16:creationId xmlns:a16="http://schemas.microsoft.com/office/drawing/2014/main" id="{FB3806DC-2562-0717-51C4-6F2DE6FE68D9}"/>
              </a:ext>
            </a:extLst>
          </p:cNvPr>
          <p:cNvSpPr>
            <a:spLocks noGrp="1"/>
          </p:cNvSpPr>
          <p:nvPr>
            <p:ph type="dt" sz="half" idx="10"/>
          </p:nvPr>
        </p:nvSpPr>
        <p:spPr/>
        <p:txBody>
          <a:bodyPr/>
          <a:lstStyle/>
          <a:p>
            <a:fld id="{CF18CE1C-635B-493B-BAC3-8FD5B363DCCD}" type="datetime1">
              <a:rPr lang="en-US" smtClean="0"/>
              <a:t>7/20/2026</a:t>
            </a:fld>
            <a:endParaRPr lang="en-US"/>
          </a:p>
        </p:txBody>
      </p:sp>
      <p:sp>
        <p:nvSpPr>
          <p:cNvPr id="6" name="Slide Number Placeholder 5">
            <a:extLst>
              <a:ext uri="{FF2B5EF4-FFF2-40B4-BE49-F238E27FC236}">
                <a16:creationId xmlns:a16="http://schemas.microsoft.com/office/drawing/2014/main" id="{4E9083D5-56CF-294E-3802-24E5DD2E43D0}"/>
              </a:ext>
            </a:extLst>
          </p:cNvPr>
          <p:cNvSpPr>
            <a:spLocks noGrp="1"/>
          </p:cNvSpPr>
          <p:nvPr>
            <p:ph type="sldNum" sz="quarter" idx="12"/>
          </p:nvPr>
        </p:nvSpPr>
        <p:spPr/>
        <p:txBody>
          <a:bodyPr/>
          <a:lstStyle/>
          <a:p>
            <a:fld id="{C1FF6DA9-008F-8B48-92A6-B652298478BF}"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809CFA85-7B7C-8D8E-FDE7-78C21E811B4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B0C7394-7190-87CA-F004-8C54790D7E49}"/>
              </a:ext>
            </a:extLst>
          </p:cNvPr>
          <p:cNvSpPr txBox="1"/>
          <p:nvPr/>
        </p:nvSpPr>
        <p:spPr>
          <a:xfrm>
            <a:off x="822960" y="425669"/>
            <a:ext cx="10515600" cy="707886"/>
          </a:xfrm>
          <a:prstGeom prst="rect">
            <a:avLst/>
          </a:prstGeom>
          <a:noFill/>
        </p:spPr>
        <p:txBody>
          <a:bodyPr wrap="square">
            <a:spAutoFit/>
          </a:bodyPr>
          <a:lstStyle/>
          <a:p>
            <a:r>
              <a:rPr lang="en-US" sz="4000" b="1" i="0" dirty="0">
                <a:solidFill>
                  <a:srgbClr val="FFFFFF"/>
                </a:solidFill>
              </a:rPr>
              <a:t>Executive Summary</a:t>
            </a:r>
            <a:endParaRPr sz="4000" b="1" i="0" dirty="0">
              <a:solidFill>
                <a:srgbClr val="FFFFFF"/>
              </a:solidFill>
            </a:endParaRPr>
          </a:p>
        </p:txBody>
      </p:sp>
      <p:sp>
        <p:nvSpPr>
          <p:cNvPr id="3" name="TextBox 2">
            <a:extLst>
              <a:ext uri="{FF2B5EF4-FFF2-40B4-BE49-F238E27FC236}">
                <a16:creationId xmlns:a16="http://schemas.microsoft.com/office/drawing/2014/main" id="{F52F430B-0C5E-FF3E-BF2E-3FA0C22E8C16}"/>
              </a:ext>
            </a:extLst>
          </p:cNvPr>
          <p:cNvSpPr txBox="1"/>
          <p:nvPr/>
        </p:nvSpPr>
        <p:spPr>
          <a:xfrm>
            <a:off x="822960" y="1133555"/>
            <a:ext cx="10515600" cy="400110"/>
          </a:xfrm>
          <a:prstGeom prst="rect">
            <a:avLst/>
          </a:prstGeom>
          <a:noFill/>
        </p:spPr>
        <p:txBody>
          <a:bodyPr wrap="square">
            <a:spAutoFit/>
          </a:bodyPr>
          <a:lstStyle/>
          <a:p>
            <a:r>
              <a:rPr sz="2000" b="0" i="0" dirty="0">
                <a:solidFill>
                  <a:srgbClr val="CADCFC"/>
                </a:solidFill>
              </a:rPr>
              <a:t>Comparing all 6 tests — Written / Audio / Video × Goyer / Sheridan</a:t>
            </a:r>
          </a:p>
        </p:txBody>
      </p:sp>
      <p:sp>
        <p:nvSpPr>
          <p:cNvPr id="4" name="TextBox 3">
            <a:extLst>
              <a:ext uri="{FF2B5EF4-FFF2-40B4-BE49-F238E27FC236}">
                <a16:creationId xmlns:a16="http://schemas.microsoft.com/office/drawing/2014/main" id="{7975B899-3539-1877-5C79-206A555EDA80}"/>
              </a:ext>
            </a:extLst>
          </p:cNvPr>
          <p:cNvSpPr txBox="1"/>
          <p:nvPr/>
        </p:nvSpPr>
        <p:spPr>
          <a:xfrm>
            <a:off x="822960" y="6281458"/>
            <a:ext cx="10515600" cy="276999"/>
          </a:xfrm>
          <a:prstGeom prst="rect">
            <a:avLst/>
          </a:prstGeom>
          <a:noFill/>
        </p:spPr>
        <p:txBody>
          <a:bodyPr wrap="square">
            <a:spAutoFit/>
          </a:bodyPr>
          <a:lstStyle/>
          <a:p>
            <a:r>
              <a:rPr sz="1200" b="0" i="0" dirty="0">
                <a:solidFill>
                  <a:srgbClr val="B9C3E0"/>
                </a:solidFill>
              </a:rPr>
              <a:t>Mode A internal. Synthetic audience (model-simulated archetypes) — directional read, not fielded quant. 2026-07-19 parser-fix build, QA battery PASS.</a:t>
            </a:r>
          </a:p>
        </p:txBody>
      </p:sp>
      <p:sp>
        <p:nvSpPr>
          <p:cNvPr id="5" name="Date Placeholder 4">
            <a:extLst>
              <a:ext uri="{FF2B5EF4-FFF2-40B4-BE49-F238E27FC236}">
                <a16:creationId xmlns:a16="http://schemas.microsoft.com/office/drawing/2014/main" id="{2C03D7EF-C04D-9EC4-8CF0-09D55E5E3D7C}"/>
              </a:ext>
            </a:extLst>
          </p:cNvPr>
          <p:cNvSpPr>
            <a:spLocks noGrp="1"/>
          </p:cNvSpPr>
          <p:nvPr>
            <p:ph type="dt" sz="half" idx="10"/>
          </p:nvPr>
        </p:nvSpPr>
        <p:spPr/>
        <p:txBody>
          <a:bodyPr/>
          <a:lstStyle/>
          <a:p>
            <a:fld id="{BF91EF98-73F3-452C-B190-1D90C90104A5}" type="datetime1">
              <a:rPr lang="en-US" smtClean="0"/>
              <a:t>7/20/2026</a:t>
            </a:fld>
            <a:endParaRPr lang="en-US"/>
          </a:p>
        </p:txBody>
      </p:sp>
      <p:sp>
        <p:nvSpPr>
          <p:cNvPr id="6" name="Slide Number Placeholder 5">
            <a:extLst>
              <a:ext uri="{FF2B5EF4-FFF2-40B4-BE49-F238E27FC236}">
                <a16:creationId xmlns:a16="http://schemas.microsoft.com/office/drawing/2014/main" id="{A8E90D7F-11C8-DB52-C15E-00A453C66B2A}"/>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8" name="TextBox 7">
            <a:extLst>
              <a:ext uri="{FF2B5EF4-FFF2-40B4-BE49-F238E27FC236}">
                <a16:creationId xmlns:a16="http://schemas.microsoft.com/office/drawing/2014/main" id="{14102F1C-FB17-2E41-2374-26580102BE4F}"/>
              </a:ext>
            </a:extLst>
          </p:cNvPr>
          <p:cNvSpPr txBox="1"/>
          <p:nvPr/>
        </p:nvSpPr>
        <p:spPr>
          <a:xfrm>
            <a:off x="822960" y="1567121"/>
            <a:ext cx="10515600" cy="4247317"/>
          </a:xfrm>
          <a:prstGeom prst="rect">
            <a:avLst/>
          </a:prstGeom>
          <a:noFill/>
        </p:spPr>
        <p:txBody>
          <a:bodyPr wrap="square">
            <a:spAutoFit/>
          </a:bodyPr>
          <a:lstStyle/>
          <a:p>
            <a:pPr marL="342900" indent="-342900">
              <a:spcAft>
                <a:spcPts val="1200"/>
              </a:spcAft>
              <a:buFont typeface="Arial" panose="020B0604020202020204" pitchFamily="34" charset="0"/>
              <a:buChar char="•"/>
            </a:pPr>
            <a:r>
              <a:rPr lang="en-US" b="0" i="0" dirty="0">
                <a:solidFill>
                  <a:srgbClr val="CADCFC"/>
                </a:solidFill>
              </a:rPr>
              <a:t>A</a:t>
            </a:r>
          </a:p>
          <a:p>
            <a:pPr marL="342900" indent="-342900">
              <a:spcAft>
                <a:spcPts val="1200"/>
              </a:spcAft>
              <a:buFont typeface="Arial" panose="020B0604020202020204" pitchFamily="34" charset="0"/>
              <a:buChar char="•"/>
            </a:pPr>
            <a:r>
              <a:rPr lang="en-US" dirty="0">
                <a:solidFill>
                  <a:srgbClr val="CADCFC"/>
                </a:solidFill>
              </a:rPr>
              <a:t>B</a:t>
            </a:r>
          </a:p>
          <a:p>
            <a:pPr marL="342900" indent="-342900">
              <a:spcAft>
                <a:spcPts val="1200"/>
              </a:spcAft>
              <a:buFont typeface="Arial" panose="020B0604020202020204" pitchFamily="34" charset="0"/>
              <a:buChar char="•"/>
            </a:pPr>
            <a:r>
              <a:rPr lang="en-US" b="0" i="0" dirty="0">
                <a:solidFill>
                  <a:srgbClr val="CADCFC"/>
                </a:solidFill>
              </a:rPr>
              <a:t>C</a:t>
            </a:r>
          </a:p>
          <a:p>
            <a:pPr marL="342900" indent="-342900">
              <a:spcAft>
                <a:spcPts val="1200"/>
              </a:spcAft>
              <a:buFont typeface="Arial" panose="020B0604020202020204" pitchFamily="34" charset="0"/>
              <a:buChar char="•"/>
            </a:pPr>
            <a:r>
              <a:rPr lang="en-US" dirty="0">
                <a:solidFill>
                  <a:srgbClr val="CADCFC"/>
                </a:solidFill>
              </a:rPr>
              <a:t>D</a:t>
            </a:r>
          </a:p>
          <a:p>
            <a:pPr marL="342900" indent="-342900">
              <a:spcAft>
                <a:spcPts val="1200"/>
              </a:spcAft>
              <a:buFont typeface="Arial" panose="020B0604020202020204" pitchFamily="34" charset="0"/>
              <a:buChar char="•"/>
            </a:pPr>
            <a:r>
              <a:rPr lang="en-US" b="0" i="0" dirty="0">
                <a:solidFill>
                  <a:srgbClr val="CADCFC"/>
                </a:solidFill>
              </a:rPr>
              <a:t>E</a:t>
            </a:r>
          </a:p>
          <a:p>
            <a:pPr marL="342900" indent="-342900">
              <a:spcAft>
                <a:spcPts val="1200"/>
              </a:spcAft>
              <a:buFont typeface="Arial" panose="020B0604020202020204" pitchFamily="34" charset="0"/>
              <a:buChar char="•"/>
            </a:pPr>
            <a:r>
              <a:rPr lang="en-US" dirty="0">
                <a:solidFill>
                  <a:srgbClr val="CADCFC"/>
                </a:solidFill>
              </a:rPr>
              <a:t>F</a:t>
            </a:r>
          </a:p>
          <a:p>
            <a:pPr marL="342900" indent="-342900">
              <a:spcAft>
                <a:spcPts val="1200"/>
              </a:spcAft>
              <a:buFont typeface="Arial" panose="020B0604020202020204" pitchFamily="34" charset="0"/>
              <a:buChar char="•"/>
            </a:pPr>
            <a:r>
              <a:rPr lang="en-US" b="0" i="0" dirty="0">
                <a:solidFill>
                  <a:srgbClr val="CADCFC"/>
                </a:solidFill>
              </a:rPr>
              <a:t>G</a:t>
            </a:r>
          </a:p>
          <a:p>
            <a:pPr marL="342900" indent="-342900">
              <a:spcAft>
                <a:spcPts val="1200"/>
              </a:spcAft>
              <a:buFont typeface="Arial" panose="020B0604020202020204" pitchFamily="34" charset="0"/>
              <a:buChar char="•"/>
            </a:pPr>
            <a:r>
              <a:rPr lang="en-US" dirty="0">
                <a:solidFill>
                  <a:srgbClr val="CADCFC"/>
                </a:solidFill>
              </a:rPr>
              <a:t>H</a:t>
            </a:r>
          </a:p>
          <a:p>
            <a:pPr marL="342900" indent="-342900">
              <a:spcAft>
                <a:spcPts val="1200"/>
              </a:spcAft>
              <a:buFont typeface="Arial" panose="020B0604020202020204" pitchFamily="34" charset="0"/>
              <a:buChar char="•"/>
            </a:pPr>
            <a:r>
              <a:rPr lang="en-US" b="0" i="0" dirty="0">
                <a:solidFill>
                  <a:srgbClr val="CADCFC"/>
                </a:solidFill>
              </a:rPr>
              <a:t>I</a:t>
            </a:r>
          </a:p>
          <a:p>
            <a:pPr marL="342900" indent="-342900">
              <a:spcAft>
                <a:spcPts val="1200"/>
              </a:spcAft>
              <a:buFont typeface="Arial" panose="020B0604020202020204" pitchFamily="34" charset="0"/>
              <a:buChar char="•"/>
            </a:pPr>
            <a:endParaRPr b="0" i="0" dirty="0">
              <a:solidFill>
                <a:srgbClr val="CADCFC"/>
              </a:solidFill>
            </a:endParaRPr>
          </a:p>
        </p:txBody>
      </p:sp>
    </p:spTree>
    <p:extLst>
      <p:ext uri="{BB962C8B-B14F-4D97-AF65-F5344CB8AC3E}">
        <p14:creationId xmlns:p14="http://schemas.microsoft.com/office/powerpoint/2010/main" val="1589553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AD7AA404-F4D3-8CBD-9D59-D8DD4538C29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F2E1677-D9E9-2187-ECD4-2BFFB3058EB4}"/>
              </a:ext>
            </a:extLst>
          </p:cNvPr>
          <p:cNvSpPr txBox="1"/>
          <p:nvPr/>
        </p:nvSpPr>
        <p:spPr>
          <a:xfrm>
            <a:off x="838200" y="1103586"/>
            <a:ext cx="10515600" cy="707886"/>
          </a:xfrm>
          <a:prstGeom prst="rect">
            <a:avLst/>
          </a:prstGeom>
          <a:noFill/>
        </p:spPr>
        <p:txBody>
          <a:bodyPr wrap="square">
            <a:spAutoFit/>
          </a:bodyPr>
          <a:lstStyle/>
          <a:p>
            <a:r>
              <a:rPr sz="4000" b="1" i="0" dirty="0">
                <a:solidFill>
                  <a:srgbClr val="FFFFFF"/>
                </a:solidFill>
              </a:rPr>
              <a:t>ARENA Fatal Fury — Concept Test Chart</a:t>
            </a:r>
            <a:r>
              <a:rPr lang="en-US" sz="4000" b="1" i="0" dirty="0">
                <a:solidFill>
                  <a:srgbClr val="FFFFFF"/>
                </a:solidFill>
              </a:rPr>
              <a:t>s/Report</a:t>
            </a:r>
            <a:endParaRPr sz="4000" b="1" i="0" dirty="0">
              <a:solidFill>
                <a:srgbClr val="FFFFFF"/>
              </a:solidFill>
            </a:endParaRPr>
          </a:p>
        </p:txBody>
      </p:sp>
      <p:sp>
        <p:nvSpPr>
          <p:cNvPr id="3" name="TextBox 2">
            <a:extLst>
              <a:ext uri="{FF2B5EF4-FFF2-40B4-BE49-F238E27FC236}">
                <a16:creationId xmlns:a16="http://schemas.microsoft.com/office/drawing/2014/main" id="{2F62D37C-C677-32F0-225E-6D29E67C11EC}"/>
              </a:ext>
            </a:extLst>
          </p:cNvPr>
          <p:cNvSpPr txBox="1"/>
          <p:nvPr/>
        </p:nvSpPr>
        <p:spPr>
          <a:xfrm>
            <a:off x="822960" y="3291840"/>
            <a:ext cx="10515600" cy="646331"/>
          </a:xfrm>
          <a:prstGeom prst="rect">
            <a:avLst/>
          </a:prstGeom>
          <a:noFill/>
        </p:spPr>
        <p:txBody>
          <a:bodyPr wrap="square">
            <a:spAutoFit/>
          </a:bodyPr>
          <a:lstStyle/>
          <a:p>
            <a:pPr algn="ctr"/>
            <a:r>
              <a:rPr lang="en-US" sz="3600" b="1" i="0" dirty="0">
                <a:solidFill>
                  <a:srgbClr val="CADCFC"/>
                </a:solidFill>
              </a:rPr>
              <a:t>Sample Demographics</a:t>
            </a:r>
            <a:endParaRPr sz="3600" b="1" i="0" dirty="0">
              <a:solidFill>
                <a:srgbClr val="CADCFC"/>
              </a:solidFill>
            </a:endParaRPr>
          </a:p>
        </p:txBody>
      </p:sp>
      <p:sp>
        <p:nvSpPr>
          <p:cNvPr id="5" name="Date Placeholder 4">
            <a:extLst>
              <a:ext uri="{FF2B5EF4-FFF2-40B4-BE49-F238E27FC236}">
                <a16:creationId xmlns:a16="http://schemas.microsoft.com/office/drawing/2014/main" id="{9E6D4A45-31B3-753F-2710-72ACBA92E36A}"/>
              </a:ext>
            </a:extLst>
          </p:cNvPr>
          <p:cNvSpPr>
            <a:spLocks noGrp="1"/>
          </p:cNvSpPr>
          <p:nvPr>
            <p:ph type="dt" sz="half" idx="10"/>
          </p:nvPr>
        </p:nvSpPr>
        <p:spPr/>
        <p:txBody>
          <a:bodyPr/>
          <a:lstStyle/>
          <a:p>
            <a:fld id="{CF18CE1C-635B-493B-BAC3-8FD5B363DCCD}" type="datetime1">
              <a:rPr lang="en-US" smtClean="0"/>
              <a:t>7/20/2026</a:t>
            </a:fld>
            <a:endParaRPr lang="en-US"/>
          </a:p>
        </p:txBody>
      </p:sp>
      <p:sp>
        <p:nvSpPr>
          <p:cNvPr id="6" name="Slide Number Placeholder 5">
            <a:extLst>
              <a:ext uri="{FF2B5EF4-FFF2-40B4-BE49-F238E27FC236}">
                <a16:creationId xmlns:a16="http://schemas.microsoft.com/office/drawing/2014/main" id="{872CDCEA-60B8-762F-F79D-37450828D2CD}"/>
              </a:ext>
            </a:extLst>
          </p:cNvPr>
          <p:cNvSpPr>
            <a:spLocks noGrp="1"/>
          </p:cNvSpPr>
          <p:nvPr>
            <p:ph type="sldNum" sz="quarter" idx="12"/>
          </p:nvPr>
        </p:nvSpPr>
        <p:spPr/>
        <p:txBody>
          <a:bodyPr/>
          <a:lstStyle/>
          <a:p>
            <a:fld id="{C1FF6DA9-008F-8B48-92A6-B652298478BF}" type="slidenum">
              <a:rPr lang="en-US" smtClean="0"/>
              <a:t>3</a:t>
            </a:fld>
            <a:endParaRPr lang="en-US"/>
          </a:p>
        </p:txBody>
      </p:sp>
    </p:spTree>
    <p:extLst>
      <p:ext uri="{BB962C8B-B14F-4D97-AF65-F5344CB8AC3E}">
        <p14:creationId xmlns:p14="http://schemas.microsoft.com/office/powerpoint/2010/main" val="1207651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Sample by design skewed more heavily male (59%) then Female (41%). Gen pop 50%/50%</a:t>
            </a:r>
            <a:endParaRPr sz="2200" b="1" i="1" dirty="0">
              <a:solidFill>
                <a:srgbClr val="B0B7C3"/>
              </a:solidFill>
            </a:endParaRPr>
          </a:p>
        </p:txBody>
      </p:sp>
      <p:sp>
        <p:nvSpPr>
          <p:cNvPr id="3" name="TextBox 2"/>
          <p:cNvSpPr txBox="1"/>
          <p:nvPr/>
        </p:nvSpPr>
        <p:spPr>
          <a:xfrm>
            <a:off x="502920" y="932688"/>
            <a:ext cx="11155680" cy="338554"/>
          </a:xfrm>
          <a:prstGeom prst="rect">
            <a:avLst/>
          </a:prstGeom>
          <a:noFill/>
        </p:spPr>
        <p:txBody>
          <a:bodyPr wrap="square">
            <a:spAutoFit/>
          </a:bodyPr>
          <a:lstStyle/>
          <a:p>
            <a:r>
              <a:rPr sz="1600" b="1" i="0" dirty="0">
                <a:solidFill>
                  <a:srgbClr val="6B7280"/>
                </a:solidFill>
              </a:rPr>
              <a:t>S1 — Gender × Age</a:t>
            </a:r>
          </a:p>
        </p:txBody>
      </p:sp>
      <p:pic>
        <p:nvPicPr>
          <p:cNvPr id="4" name="Picture 3" descr="S1_gender_age.png"/>
          <p:cNvPicPr>
            <a:picLocks noChangeAspect="1"/>
          </p:cNvPicPr>
          <p:nvPr/>
        </p:nvPicPr>
        <p:blipFill>
          <a:blip r:embed="rId2"/>
          <a:stretch>
            <a:fillRect/>
          </a:stretch>
        </p:blipFill>
        <p:spPr>
          <a:xfrm>
            <a:off x="819839" y="1325880"/>
            <a:ext cx="10552016"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dirty="0">
                <a:solidFill>
                  <a:srgbClr val="8A919E"/>
                </a:solidFill>
              </a:rPr>
              <a:t>Base: full panel n=998 (combined cohorts; A/B equivalent, max share gap ≈3%). Demo source: archetype profiles.  |  Synthetic audience (model-simulated archetypes) — directional read, not fielded quant.</a:t>
            </a:r>
          </a:p>
        </p:txBody>
      </p:sp>
      <p:sp>
        <p:nvSpPr>
          <p:cNvPr id="6" name="Date Placeholder 5">
            <a:extLst>
              <a:ext uri="{FF2B5EF4-FFF2-40B4-BE49-F238E27FC236}">
                <a16:creationId xmlns:a16="http://schemas.microsoft.com/office/drawing/2014/main" id="{0F7492BE-2ACC-5F66-75AB-926C22BD5DF1}"/>
              </a:ext>
            </a:extLst>
          </p:cNvPr>
          <p:cNvSpPr>
            <a:spLocks noGrp="1"/>
          </p:cNvSpPr>
          <p:nvPr>
            <p:ph type="dt" sz="half" idx="10"/>
          </p:nvPr>
        </p:nvSpPr>
        <p:spPr/>
        <p:txBody>
          <a:bodyPr/>
          <a:lstStyle/>
          <a:p>
            <a:fld id="{D647325E-DA6B-4A86-9D42-D1D6AF2134C7}" type="datetime1">
              <a:rPr lang="en-US" smtClean="0"/>
              <a:t>7/20/2026</a:t>
            </a:fld>
            <a:endParaRPr lang="en-US"/>
          </a:p>
        </p:txBody>
      </p:sp>
      <p:sp>
        <p:nvSpPr>
          <p:cNvPr id="7" name="Slide Number Placeholder 6">
            <a:extLst>
              <a:ext uri="{FF2B5EF4-FFF2-40B4-BE49-F238E27FC236}">
                <a16:creationId xmlns:a16="http://schemas.microsoft.com/office/drawing/2014/main" id="{57D01723-833D-D0E1-C34F-399DF91B6CAA}"/>
              </a:ext>
            </a:extLst>
          </p:cNvPr>
          <p:cNvSpPr>
            <a:spLocks noGrp="1"/>
          </p:cNvSpPr>
          <p:nvPr>
            <p:ph type="sldNum" sz="quarter" idx="12"/>
          </p:nvPr>
        </p:nvSpPr>
        <p:spPr/>
        <p:txBody>
          <a:bodyPr/>
          <a:lstStyle/>
          <a:p>
            <a:fld id="{C1FF6DA9-008F-8B48-92A6-B652298478BF}"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Sample by design closely matched key race/ethnicity breaks among Total US pop ages 18 - 64</a:t>
            </a:r>
            <a:endParaRPr sz="2200" b="1" i="1" dirty="0">
              <a:solidFill>
                <a:srgbClr val="B0B7C3"/>
              </a:solidFill>
            </a:endParaRPr>
          </a:p>
        </p:txBody>
      </p:sp>
      <p:sp>
        <p:nvSpPr>
          <p:cNvPr id="3" name="TextBox 2"/>
          <p:cNvSpPr txBox="1"/>
          <p:nvPr/>
        </p:nvSpPr>
        <p:spPr>
          <a:xfrm>
            <a:off x="502920" y="932688"/>
            <a:ext cx="11155680" cy="338554"/>
          </a:xfrm>
          <a:prstGeom prst="rect">
            <a:avLst/>
          </a:prstGeom>
          <a:noFill/>
        </p:spPr>
        <p:txBody>
          <a:bodyPr wrap="square">
            <a:spAutoFit/>
          </a:bodyPr>
          <a:lstStyle/>
          <a:p>
            <a:r>
              <a:rPr sz="1600" b="1" i="0" dirty="0">
                <a:solidFill>
                  <a:srgbClr val="6B7280"/>
                </a:solidFill>
              </a:rPr>
              <a:t>S2 — Race/Ethnicity</a:t>
            </a:r>
          </a:p>
        </p:txBody>
      </p:sp>
      <p:pic>
        <p:nvPicPr>
          <p:cNvPr id="4" name="Picture 3" descr="S2_race.png"/>
          <p:cNvPicPr>
            <a:picLocks noChangeAspect="1"/>
          </p:cNvPicPr>
          <p:nvPr/>
        </p:nvPicPr>
        <p:blipFill>
          <a:blip r:embed="rId2"/>
          <a:stretch>
            <a:fillRect/>
          </a:stretch>
        </p:blipFill>
        <p:spPr>
          <a:xfrm>
            <a:off x="518007" y="1542621"/>
            <a:ext cx="11155680" cy="4458556"/>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Base: n=998. Note: White Non-Hisp ≈40% vs 55% qre quota — generator quota skew.  |  Synthetic audience (model-simulated archetypes) — directional read, not fielded quant.</a:t>
            </a:r>
          </a:p>
        </p:txBody>
      </p:sp>
      <p:pic>
        <p:nvPicPr>
          <p:cNvPr id="9" name="Picture 8">
            <a:extLst>
              <a:ext uri="{FF2B5EF4-FFF2-40B4-BE49-F238E27FC236}">
                <a16:creationId xmlns:a16="http://schemas.microsoft.com/office/drawing/2014/main" id="{A9F17655-CF66-D420-D5C0-F9B05AB6384B}"/>
              </a:ext>
            </a:extLst>
          </p:cNvPr>
          <p:cNvPicPr>
            <a:picLocks noChangeAspect="1"/>
          </p:cNvPicPr>
          <p:nvPr/>
        </p:nvPicPr>
        <p:blipFill>
          <a:blip r:embed="rId3"/>
          <a:stretch>
            <a:fillRect/>
          </a:stretch>
        </p:blipFill>
        <p:spPr>
          <a:xfrm>
            <a:off x="7593605" y="3986336"/>
            <a:ext cx="2743438" cy="1329043"/>
          </a:xfrm>
          <a:prstGeom prst="rect">
            <a:avLst/>
          </a:prstGeom>
        </p:spPr>
      </p:pic>
      <p:sp>
        <p:nvSpPr>
          <p:cNvPr id="10" name="Date Placeholder 9">
            <a:extLst>
              <a:ext uri="{FF2B5EF4-FFF2-40B4-BE49-F238E27FC236}">
                <a16:creationId xmlns:a16="http://schemas.microsoft.com/office/drawing/2014/main" id="{88586695-DAA4-903B-78F8-7AACED2C33A4}"/>
              </a:ext>
            </a:extLst>
          </p:cNvPr>
          <p:cNvSpPr>
            <a:spLocks noGrp="1"/>
          </p:cNvSpPr>
          <p:nvPr>
            <p:ph type="dt" sz="half" idx="10"/>
          </p:nvPr>
        </p:nvSpPr>
        <p:spPr/>
        <p:txBody>
          <a:bodyPr/>
          <a:lstStyle/>
          <a:p>
            <a:fld id="{B30BE68F-3ED2-4A08-8CE8-482089412DBF}" type="datetime1">
              <a:rPr lang="en-US" smtClean="0"/>
              <a:t>7/20/2026</a:t>
            </a:fld>
            <a:endParaRPr lang="en-US"/>
          </a:p>
        </p:txBody>
      </p:sp>
      <p:sp>
        <p:nvSpPr>
          <p:cNvPr id="11" name="Slide Number Placeholder 10">
            <a:extLst>
              <a:ext uri="{FF2B5EF4-FFF2-40B4-BE49-F238E27FC236}">
                <a16:creationId xmlns:a16="http://schemas.microsoft.com/office/drawing/2014/main" id="{DEE1C344-5E98-B528-EFAC-03E23F016D21}"/>
              </a:ext>
            </a:extLst>
          </p:cNvPr>
          <p:cNvSpPr>
            <a:spLocks noGrp="1"/>
          </p:cNvSpPr>
          <p:nvPr>
            <p:ph type="sldNum" sz="quarter" idx="12"/>
          </p:nvPr>
        </p:nvSpPr>
        <p:spPr/>
        <p:txBody>
          <a:bodyPr/>
          <a:lstStyle/>
          <a:p>
            <a:fld id="{C1FF6DA9-008F-8B48-92A6-B652298478BF}" type="slidenum">
              <a:rPr lang="en-US"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Income skews higher than the  national average, perhaps because sample is only movie-goers</a:t>
            </a:r>
            <a:endParaRPr sz="2200" b="1" i="1" dirty="0">
              <a:solidFill>
                <a:srgbClr val="B0B7C3"/>
              </a:solidFill>
            </a:endParaRPr>
          </a:p>
        </p:txBody>
      </p:sp>
      <p:sp>
        <p:nvSpPr>
          <p:cNvPr id="3" name="TextBox 2"/>
          <p:cNvSpPr txBox="1"/>
          <p:nvPr/>
        </p:nvSpPr>
        <p:spPr>
          <a:xfrm>
            <a:off x="502920" y="932688"/>
            <a:ext cx="11155680" cy="338554"/>
          </a:xfrm>
          <a:prstGeom prst="rect">
            <a:avLst/>
          </a:prstGeom>
          <a:noFill/>
        </p:spPr>
        <p:txBody>
          <a:bodyPr wrap="square">
            <a:spAutoFit/>
          </a:bodyPr>
          <a:lstStyle/>
          <a:p>
            <a:r>
              <a:rPr sz="1600" b="1" i="0" dirty="0">
                <a:solidFill>
                  <a:srgbClr val="6B7280"/>
                </a:solidFill>
              </a:rPr>
              <a:t>S3 — Personal income</a:t>
            </a:r>
          </a:p>
        </p:txBody>
      </p:sp>
      <p:pic>
        <p:nvPicPr>
          <p:cNvPr id="4" name="Picture 3" descr="S3_income.png"/>
          <p:cNvPicPr>
            <a:picLocks noChangeAspect="1"/>
          </p:cNvPicPr>
          <p:nvPr/>
        </p:nvPicPr>
        <p:blipFill>
          <a:blip r:embed="rId2"/>
          <a:stretch>
            <a:fillRect/>
          </a:stretch>
        </p:blipFill>
        <p:spPr>
          <a:xfrm>
            <a:off x="518007" y="2057520"/>
            <a:ext cx="11155680" cy="3428759"/>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Base: n=998. Banded by archetype income-range midpoint.  |  Synthetic audience (model-simulated archetypes) — directional read, not fielded quant.</a:t>
            </a:r>
          </a:p>
        </p:txBody>
      </p:sp>
      <p:pic>
        <p:nvPicPr>
          <p:cNvPr id="7" name="Picture 6">
            <a:extLst>
              <a:ext uri="{FF2B5EF4-FFF2-40B4-BE49-F238E27FC236}">
                <a16:creationId xmlns:a16="http://schemas.microsoft.com/office/drawing/2014/main" id="{3AA34039-3325-31B9-F922-6D84E442D455}"/>
              </a:ext>
            </a:extLst>
          </p:cNvPr>
          <p:cNvPicPr>
            <a:picLocks noChangeAspect="1"/>
          </p:cNvPicPr>
          <p:nvPr/>
        </p:nvPicPr>
        <p:blipFill>
          <a:blip r:embed="rId3"/>
          <a:stretch>
            <a:fillRect/>
          </a:stretch>
        </p:blipFill>
        <p:spPr>
          <a:xfrm>
            <a:off x="8383313" y="1947898"/>
            <a:ext cx="1998005" cy="1077871"/>
          </a:xfrm>
          <a:prstGeom prst="rect">
            <a:avLst/>
          </a:prstGeom>
        </p:spPr>
      </p:pic>
      <p:sp>
        <p:nvSpPr>
          <p:cNvPr id="12" name="Date Placeholder 11">
            <a:extLst>
              <a:ext uri="{FF2B5EF4-FFF2-40B4-BE49-F238E27FC236}">
                <a16:creationId xmlns:a16="http://schemas.microsoft.com/office/drawing/2014/main" id="{00C15B7C-B27E-B9D3-B9D9-042A411AB757}"/>
              </a:ext>
            </a:extLst>
          </p:cNvPr>
          <p:cNvSpPr>
            <a:spLocks noGrp="1"/>
          </p:cNvSpPr>
          <p:nvPr>
            <p:ph type="dt" sz="half" idx="10"/>
          </p:nvPr>
        </p:nvSpPr>
        <p:spPr/>
        <p:txBody>
          <a:bodyPr/>
          <a:lstStyle/>
          <a:p>
            <a:fld id="{D17B6E14-2BB4-47CA-9D60-507EC3AE458A}" type="datetime1">
              <a:rPr lang="en-US" smtClean="0"/>
              <a:t>7/20/2026</a:t>
            </a:fld>
            <a:endParaRPr lang="en-US"/>
          </a:p>
        </p:txBody>
      </p:sp>
      <p:sp>
        <p:nvSpPr>
          <p:cNvPr id="13" name="Slide Number Placeholder 12">
            <a:extLst>
              <a:ext uri="{FF2B5EF4-FFF2-40B4-BE49-F238E27FC236}">
                <a16:creationId xmlns:a16="http://schemas.microsoft.com/office/drawing/2014/main" id="{479F42F2-0731-446E-766A-7B4CB49B8F43}"/>
              </a:ext>
            </a:extLst>
          </p:cNvPr>
          <p:cNvSpPr>
            <a:spLocks noGrp="1"/>
          </p:cNvSpPr>
          <p:nvPr>
            <p:ph type="sldNum" sz="quarter" idx="12"/>
          </p:nvPr>
        </p:nvSpPr>
        <p:spPr/>
        <p:txBody>
          <a:bodyPr/>
          <a:lstStyle/>
          <a:p>
            <a:fld id="{C1FF6DA9-008F-8B48-92A6-B652298478BF}"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Fewer Parents than national average</a:t>
            </a:r>
            <a:endParaRPr sz="2200" b="1" i="1" dirty="0">
              <a:solidFill>
                <a:srgbClr val="B0B7C3"/>
              </a:solidFill>
            </a:endParaRPr>
          </a:p>
        </p:txBody>
      </p:sp>
      <p:sp>
        <p:nvSpPr>
          <p:cNvPr id="3" name="TextBox 2"/>
          <p:cNvSpPr txBox="1"/>
          <p:nvPr/>
        </p:nvSpPr>
        <p:spPr>
          <a:xfrm>
            <a:off x="502920" y="932688"/>
            <a:ext cx="11155680" cy="338554"/>
          </a:xfrm>
          <a:prstGeom prst="rect">
            <a:avLst/>
          </a:prstGeom>
          <a:noFill/>
        </p:spPr>
        <p:txBody>
          <a:bodyPr wrap="square">
            <a:spAutoFit/>
          </a:bodyPr>
          <a:lstStyle/>
          <a:p>
            <a:r>
              <a:rPr sz="1600" b="1" i="0">
                <a:solidFill>
                  <a:srgbClr val="6B7280"/>
                </a:solidFill>
              </a:rPr>
              <a:t>S4 — Parent status</a:t>
            </a:r>
          </a:p>
        </p:txBody>
      </p:sp>
      <p:pic>
        <p:nvPicPr>
          <p:cNvPr id="4" name="Picture 3" descr="S4_parent.png"/>
          <p:cNvPicPr>
            <a:picLocks noChangeAspect="1"/>
          </p:cNvPicPr>
          <p:nvPr/>
        </p:nvPicPr>
        <p:blipFill>
          <a:blip r:embed="rId2"/>
          <a:stretch>
            <a:fillRect/>
          </a:stretch>
        </p:blipFill>
        <p:spPr>
          <a:xfrm>
            <a:off x="518007" y="2367619"/>
            <a:ext cx="11155680" cy="280856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Base: n=998. Parent = children at home (archetype profile).  |  Synthetic audience (model-simulated archetypes) — directional read, not fielded quant.</a:t>
            </a:r>
          </a:p>
        </p:txBody>
      </p:sp>
      <p:pic>
        <p:nvPicPr>
          <p:cNvPr id="9" name="Picture 8">
            <a:extLst>
              <a:ext uri="{FF2B5EF4-FFF2-40B4-BE49-F238E27FC236}">
                <a16:creationId xmlns:a16="http://schemas.microsoft.com/office/drawing/2014/main" id="{622DF427-F6F1-6A0C-74D3-B41FC60F7119}"/>
              </a:ext>
            </a:extLst>
          </p:cNvPr>
          <p:cNvPicPr>
            <a:picLocks noChangeAspect="1"/>
          </p:cNvPicPr>
          <p:nvPr/>
        </p:nvPicPr>
        <p:blipFill>
          <a:blip r:embed="rId3"/>
          <a:stretch>
            <a:fillRect/>
          </a:stretch>
        </p:blipFill>
        <p:spPr>
          <a:xfrm>
            <a:off x="8336015" y="2547013"/>
            <a:ext cx="1987075" cy="809858"/>
          </a:xfrm>
          <a:prstGeom prst="rect">
            <a:avLst/>
          </a:prstGeom>
        </p:spPr>
      </p:pic>
      <p:sp>
        <p:nvSpPr>
          <p:cNvPr id="10" name="Date Placeholder 9">
            <a:extLst>
              <a:ext uri="{FF2B5EF4-FFF2-40B4-BE49-F238E27FC236}">
                <a16:creationId xmlns:a16="http://schemas.microsoft.com/office/drawing/2014/main" id="{EB0B993B-CB07-1B42-5B2E-4C0413A7524E}"/>
              </a:ext>
            </a:extLst>
          </p:cNvPr>
          <p:cNvSpPr>
            <a:spLocks noGrp="1"/>
          </p:cNvSpPr>
          <p:nvPr>
            <p:ph type="dt" sz="half" idx="10"/>
          </p:nvPr>
        </p:nvSpPr>
        <p:spPr/>
        <p:txBody>
          <a:bodyPr/>
          <a:lstStyle/>
          <a:p>
            <a:fld id="{E99687D4-222B-442F-A021-62CECDA4C3D6}" type="datetime1">
              <a:rPr lang="en-US" smtClean="0"/>
              <a:t>7/20/2026</a:t>
            </a:fld>
            <a:endParaRPr lang="en-US"/>
          </a:p>
        </p:txBody>
      </p:sp>
      <p:sp>
        <p:nvSpPr>
          <p:cNvPr id="11" name="Slide Number Placeholder 10">
            <a:extLst>
              <a:ext uri="{FF2B5EF4-FFF2-40B4-BE49-F238E27FC236}">
                <a16:creationId xmlns:a16="http://schemas.microsoft.com/office/drawing/2014/main" id="{8D143FA5-DDF9-5F6F-26A2-1E081BD921FD}"/>
              </a:ext>
            </a:extLst>
          </p:cNvPr>
          <p:cNvSpPr>
            <a:spLocks noGrp="1"/>
          </p:cNvSpPr>
          <p:nvPr>
            <p:ph type="sldNum" sz="quarter" idx="12"/>
          </p:nvPr>
        </p:nvSpPr>
        <p:spPr/>
        <p:txBody>
          <a:bodyPr/>
          <a:lstStyle/>
          <a:p>
            <a:fld id="{C1FF6DA9-008F-8B48-92A6-B652298478BF}"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 of younger (ages &lt;1 – 17) who live at home (34%) is at the low end of the census level (35%)</a:t>
            </a:r>
            <a:endParaRPr sz="2200" b="1" i="1" dirty="0">
              <a:solidFill>
                <a:srgbClr val="B0B7C3"/>
              </a:solidFill>
            </a:endParaRPr>
          </a:p>
        </p:txBody>
      </p:sp>
      <p:sp>
        <p:nvSpPr>
          <p:cNvPr id="3" name="TextBox 2"/>
          <p:cNvSpPr txBox="1"/>
          <p:nvPr/>
        </p:nvSpPr>
        <p:spPr>
          <a:xfrm>
            <a:off x="502920" y="932688"/>
            <a:ext cx="11155680" cy="338554"/>
          </a:xfrm>
          <a:prstGeom prst="rect">
            <a:avLst/>
          </a:prstGeom>
          <a:noFill/>
        </p:spPr>
        <p:txBody>
          <a:bodyPr wrap="square">
            <a:spAutoFit/>
          </a:bodyPr>
          <a:lstStyle/>
          <a:p>
            <a:r>
              <a:rPr sz="1600" b="1" i="0" dirty="0">
                <a:solidFill>
                  <a:srgbClr val="6B7280"/>
                </a:solidFill>
              </a:rPr>
              <a:t>S5 — </a:t>
            </a:r>
            <a:r>
              <a:rPr lang="en-US" sz="1600" b="1" i="0" dirty="0">
                <a:solidFill>
                  <a:srgbClr val="6B7280"/>
                </a:solidFill>
              </a:rPr>
              <a:t>Presence of Children</a:t>
            </a:r>
            <a:endParaRPr sz="1600" b="1" i="0" dirty="0">
              <a:solidFill>
                <a:srgbClr val="6B7280"/>
              </a:solidFill>
            </a:endParaRPr>
          </a:p>
        </p:txBody>
      </p:sp>
      <p:pic>
        <p:nvPicPr>
          <p:cNvPr id="4" name="Picture 3" descr="S5_children.png"/>
          <p:cNvPicPr>
            <a:picLocks noChangeAspect="1"/>
          </p:cNvPicPr>
          <p:nvPr/>
        </p:nvPicPr>
        <p:blipFill>
          <a:blip r:embed="rId2"/>
          <a:stretch>
            <a:fillRect/>
          </a:stretch>
        </p:blipFill>
        <p:spPr>
          <a:xfrm>
            <a:off x="518007" y="1732781"/>
            <a:ext cx="11155680" cy="4078237"/>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Base: n=998. Raw archetype children-status categories.  |  Synthetic audience (model-simulated archetypes) — directional read, not fielded quant.</a:t>
            </a:r>
          </a:p>
        </p:txBody>
      </p:sp>
      <p:sp>
        <p:nvSpPr>
          <p:cNvPr id="6" name="Date Placeholder 5">
            <a:extLst>
              <a:ext uri="{FF2B5EF4-FFF2-40B4-BE49-F238E27FC236}">
                <a16:creationId xmlns:a16="http://schemas.microsoft.com/office/drawing/2014/main" id="{CCC57F7E-2E60-2716-6CC2-0F7B6849E1BE}"/>
              </a:ext>
            </a:extLst>
          </p:cNvPr>
          <p:cNvSpPr>
            <a:spLocks noGrp="1"/>
          </p:cNvSpPr>
          <p:nvPr>
            <p:ph type="dt" sz="half" idx="10"/>
          </p:nvPr>
        </p:nvSpPr>
        <p:spPr/>
        <p:txBody>
          <a:bodyPr/>
          <a:lstStyle/>
          <a:p>
            <a:fld id="{92873AA8-08E3-4ED8-8B0E-B53775467AFE}" type="datetime1">
              <a:rPr lang="en-US" smtClean="0"/>
              <a:t>7/20/2026</a:t>
            </a:fld>
            <a:endParaRPr lang="en-US"/>
          </a:p>
        </p:txBody>
      </p:sp>
      <p:sp>
        <p:nvSpPr>
          <p:cNvPr id="7" name="Slide Number Placeholder 6">
            <a:extLst>
              <a:ext uri="{FF2B5EF4-FFF2-40B4-BE49-F238E27FC236}">
                <a16:creationId xmlns:a16="http://schemas.microsoft.com/office/drawing/2014/main" id="{B05AAFCE-E860-8E0A-1EDF-B7257EB82F86}"/>
              </a:ext>
            </a:extLst>
          </p:cNvPr>
          <p:cNvSpPr>
            <a:spLocks noGrp="1"/>
          </p:cNvSpPr>
          <p:nvPr>
            <p:ph type="sldNum" sz="quarter" idx="12"/>
          </p:nvPr>
        </p:nvSpPr>
        <p:spPr/>
        <p:txBody>
          <a:bodyPr/>
          <a:lstStyle/>
          <a:p>
            <a:fld id="{C1FF6DA9-008F-8B48-92A6-B652298478BF}"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These figures also closely match census level stats</a:t>
            </a:r>
            <a:endParaRPr sz="2200" b="1" i="1" dirty="0">
              <a:solidFill>
                <a:srgbClr val="B0B7C3"/>
              </a:solidFill>
            </a:endParaRPr>
          </a:p>
        </p:txBody>
      </p:sp>
      <p:sp>
        <p:nvSpPr>
          <p:cNvPr id="3" name="TextBox 2"/>
          <p:cNvSpPr txBox="1"/>
          <p:nvPr/>
        </p:nvSpPr>
        <p:spPr>
          <a:xfrm>
            <a:off x="502920" y="932688"/>
            <a:ext cx="11155680" cy="338554"/>
          </a:xfrm>
          <a:prstGeom prst="rect">
            <a:avLst/>
          </a:prstGeom>
          <a:noFill/>
        </p:spPr>
        <p:txBody>
          <a:bodyPr wrap="square">
            <a:spAutoFit/>
          </a:bodyPr>
          <a:lstStyle/>
          <a:p>
            <a:r>
              <a:rPr sz="1600" b="1" i="0" dirty="0">
                <a:solidFill>
                  <a:srgbClr val="6B7280"/>
                </a:solidFill>
              </a:rPr>
              <a:t>S6 — Relationship status</a:t>
            </a:r>
          </a:p>
        </p:txBody>
      </p:sp>
      <p:pic>
        <p:nvPicPr>
          <p:cNvPr id="4" name="Picture 3" descr="S6_marital.png"/>
          <p:cNvPicPr>
            <a:picLocks noChangeAspect="1"/>
          </p:cNvPicPr>
          <p:nvPr/>
        </p:nvPicPr>
        <p:blipFill>
          <a:blip r:embed="rId2"/>
          <a:stretch>
            <a:fillRect/>
          </a:stretch>
        </p:blipFill>
        <p:spPr>
          <a:xfrm>
            <a:off x="696651" y="1325880"/>
            <a:ext cx="10798392"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Base: n=998. Raw archetype marital status.  |  Synthetic audience (model-simulated archetypes) — directional read, not fielded quant.</a:t>
            </a:r>
          </a:p>
        </p:txBody>
      </p:sp>
      <p:sp>
        <p:nvSpPr>
          <p:cNvPr id="6" name="Date Placeholder 5">
            <a:extLst>
              <a:ext uri="{FF2B5EF4-FFF2-40B4-BE49-F238E27FC236}">
                <a16:creationId xmlns:a16="http://schemas.microsoft.com/office/drawing/2014/main" id="{BEA23A70-0888-FD62-64FD-F09E8B4AB6E9}"/>
              </a:ext>
            </a:extLst>
          </p:cNvPr>
          <p:cNvSpPr>
            <a:spLocks noGrp="1"/>
          </p:cNvSpPr>
          <p:nvPr>
            <p:ph type="dt" sz="half" idx="10"/>
          </p:nvPr>
        </p:nvSpPr>
        <p:spPr/>
        <p:txBody>
          <a:bodyPr/>
          <a:lstStyle/>
          <a:p>
            <a:fld id="{A3A119E8-5556-4488-B0F0-24439824C735}" type="datetime1">
              <a:rPr lang="en-US" smtClean="0"/>
              <a:t>7/20/2026</a:t>
            </a:fld>
            <a:endParaRPr lang="en-US"/>
          </a:p>
        </p:txBody>
      </p:sp>
      <p:sp>
        <p:nvSpPr>
          <p:cNvPr id="7" name="Slide Number Placeholder 6">
            <a:extLst>
              <a:ext uri="{FF2B5EF4-FFF2-40B4-BE49-F238E27FC236}">
                <a16:creationId xmlns:a16="http://schemas.microsoft.com/office/drawing/2014/main" id="{17794CDD-5E7B-598A-13D1-C56344B28E9A}"/>
              </a:ext>
            </a:extLst>
          </p:cNvPr>
          <p:cNvSpPr>
            <a:spLocks noGrp="1"/>
          </p:cNvSpPr>
          <p:nvPr>
            <p:ph type="sldNum" sz="quarter" idx="12"/>
          </p:nvPr>
        </p:nvSpPr>
        <p:spPr/>
        <p:txBody>
          <a:bodyPr/>
          <a:lstStyle/>
          <a:p>
            <a:fld id="{C1FF6DA9-008F-8B48-92A6-B652298478BF}"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Consistent with higher income skew, sample reflects a more educated group</a:t>
            </a:r>
            <a:endParaRPr sz="2200" b="1" i="1" dirty="0">
              <a:solidFill>
                <a:srgbClr val="B0B7C3"/>
              </a:solidFill>
            </a:endParaRPr>
          </a:p>
        </p:txBody>
      </p:sp>
      <p:sp>
        <p:nvSpPr>
          <p:cNvPr id="3" name="TextBox 2"/>
          <p:cNvSpPr txBox="1"/>
          <p:nvPr/>
        </p:nvSpPr>
        <p:spPr>
          <a:xfrm>
            <a:off x="502920" y="932688"/>
            <a:ext cx="11155680" cy="338554"/>
          </a:xfrm>
          <a:prstGeom prst="rect">
            <a:avLst/>
          </a:prstGeom>
          <a:noFill/>
        </p:spPr>
        <p:txBody>
          <a:bodyPr wrap="square">
            <a:spAutoFit/>
          </a:bodyPr>
          <a:lstStyle/>
          <a:p>
            <a:r>
              <a:rPr sz="1600" b="1" i="0">
                <a:solidFill>
                  <a:srgbClr val="6B7280"/>
                </a:solidFill>
              </a:rPr>
              <a:t>S7 — Education</a:t>
            </a:r>
          </a:p>
        </p:txBody>
      </p:sp>
      <p:pic>
        <p:nvPicPr>
          <p:cNvPr id="4" name="Picture 3" descr="S7_education.png"/>
          <p:cNvPicPr>
            <a:picLocks noChangeAspect="1"/>
          </p:cNvPicPr>
          <p:nvPr/>
        </p:nvPicPr>
        <p:blipFill>
          <a:blip r:embed="rId2"/>
          <a:srcRect t="4865"/>
          <a:stretch>
            <a:fillRect/>
          </a:stretch>
        </p:blipFill>
        <p:spPr>
          <a:xfrm>
            <a:off x="1003467" y="1365838"/>
            <a:ext cx="10185066" cy="465407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Base: n=998. Raw archetype education level.  |  Synthetic audience (model-simulated archetypes) — directional read, not fielded quant.</a:t>
            </a:r>
          </a:p>
        </p:txBody>
      </p:sp>
      <p:sp>
        <p:nvSpPr>
          <p:cNvPr id="6" name="Date Placeholder 5">
            <a:extLst>
              <a:ext uri="{FF2B5EF4-FFF2-40B4-BE49-F238E27FC236}">
                <a16:creationId xmlns:a16="http://schemas.microsoft.com/office/drawing/2014/main" id="{63785A30-886E-180D-DD9E-6442FAF410F7}"/>
              </a:ext>
            </a:extLst>
          </p:cNvPr>
          <p:cNvSpPr>
            <a:spLocks noGrp="1"/>
          </p:cNvSpPr>
          <p:nvPr>
            <p:ph type="dt" sz="half" idx="10"/>
          </p:nvPr>
        </p:nvSpPr>
        <p:spPr/>
        <p:txBody>
          <a:bodyPr/>
          <a:lstStyle/>
          <a:p>
            <a:fld id="{F0CE142D-01E2-4876-AD29-425F01B31BD4}" type="datetime1">
              <a:rPr lang="en-US" smtClean="0"/>
              <a:t>7/20/2026</a:t>
            </a:fld>
            <a:endParaRPr lang="en-US"/>
          </a:p>
        </p:txBody>
      </p:sp>
      <p:sp>
        <p:nvSpPr>
          <p:cNvPr id="7" name="Slide Number Placeholder 6">
            <a:extLst>
              <a:ext uri="{FF2B5EF4-FFF2-40B4-BE49-F238E27FC236}">
                <a16:creationId xmlns:a16="http://schemas.microsoft.com/office/drawing/2014/main" id="{5C0BF129-68E7-7808-F193-E3C2DBB2D2D5}"/>
              </a:ext>
            </a:extLst>
          </p:cNvPr>
          <p:cNvSpPr>
            <a:spLocks noGrp="1"/>
          </p:cNvSpPr>
          <p:nvPr>
            <p:ph type="sldNum" sz="quarter" idx="12"/>
          </p:nvPr>
        </p:nvSpPr>
        <p:spPr/>
        <p:txBody>
          <a:bodyPr/>
          <a:lstStyle/>
          <a:p>
            <a:fld id="{C1FF6DA9-008F-8B48-92A6-B652298478BF}"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554F1305-E74B-BEBA-B00E-8EDCC0F5274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0D9A826-C309-2A5B-F747-87F576930406}"/>
              </a:ext>
            </a:extLst>
          </p:cNvPr>
          <p:cNvSpPr txBox="1"/>
          <p:nvPr/>
        </p:nvSpPr>
        <p:spPr>
          <a:xfrm>
            <a:off x="838200" y="1103586"/>
            <a:ext cx="10515600" cy="707886"/>
          </a:xfrm>
          <a:prstGeom prst="rect">
            <a:avLst/>
          </a:prstGeom>
          <a:noFill/>
        </p:spPr>
        <p:txBody>
          <a:bodyPr wrap="square">
            <a:spAutoFit/>
          </a:bodyPr>
          <a:lstStyle/>
          <a:p>
            <a:r>
              <a:rPr sz="4000" b="1" i="0" dirty="0">
                <a:solidFill>
                  <a:srgbClr val="FFFFFF"/>
                </a:solidFill>
              </a:rPr>
              <a:t>ARENA Fatal Fury — Concept Test Chart</a:t>
            </a:r>
            <a:r>
              <a:rPr lang="en-US" sz="4000" b="1" i="0" dirty="0">
                <a:solidFill>
                  <a:srgbClr val="FFFFFF"/>
                </a:solidFill>
              </a:rPr>
              <a:t>s/Report</a:t>
            </a:r>
            <a:endParaRPr sz="4000" b="1" i="0" dirty="0">
              <a:solidFill>
                <a:srgbClr val="FFFFFF"/>
              </a:solidFill>
            </a:endParaRPr>
          </a:p>
        </p:txBody>
      </p:sp>
      <p:sp>
        <p:nvSpPr>
          <p:cNvPr id="3" name="TextBox 2">
            <a:extLst>
              <a:ext uri="{FF2B5EF4-FFF2-40B4-BE49-F238E27FC236}">
                <a16:creationId xmlns:a16="http://schemas.microsoft.com/office/drawing/2014/main" id="{B0E2809D-52A7-CD98-E1A6-CBE1E703D7FC}"/>
              </a:ext>
            </a:extLst>
          </p:cNvPr>
          <p:cNvSpPr txBox="1"/>
          <p:nvPr/>
        </p:nvSpPr>
        <p:spPr>
          <a:xfrm>
            <a:off x="822960" y="3291840"/>
            <a:ext cx="10515600" cy="646331"/>
          </a:xfrm>
          <a:prstGeom prst="rect">
            <a:avLst/>
          </a:prstGeom>
          <a:noFill/>
        </p:spPr>
        <p:txBody>
          <a:bodyPr wrap="square">
            <a:spAutoFit/>
          </a:bodyPr>
          <a:lstStyle/>
          <a:p>
            <a:pPr algn="ctr"/>
            <a:r>
              <a:rPr lang="en-US" sz="3600" b="1" i="0" dirty="0">
                <a:solidFill>
                  <a:srgbClr val="CADCFC"/>
                </a:solidFill>
              </a:rPr>
              <a:t>Media Behaviors</a:t>
            </a:r>
            <a:endParaRPr sz="3600" b="1" i="0" dirty="0">
              <a:solidFill>
                <a:srgbClr val="CADCFC"/>
              </a:solidFill>
            </a:endParaRPr>
          </a:p>
        </p:txBody>
      </p:sp>
      <p:sp>
        <p:nvSpPr>
          <p:cNvPr id="5" name="Date Placeholder 4">
            <a:extLst>
              <a:ext uri="{FF2B5EF4-FFF2-40B4-BE49-F238E27FC236}">
                <a16:creationId xmlns:a16="http://schemas.microsoft.com/office/drawing/2014/main" id="{2FE094A4-F4FA-12A2-362E-5C3B381F5AA1}"/>
              </a:ext>
            </a:extLst>
          </p:cNvPr>
          <p:cNvSpPr>
            <a:spLocks noGrp="1"/>
          </p:cNvSpPr>
          <p:nvPr>
            <p:ph type="dt" sz="half" idx="10"/>
          </p:nvPr>
        </p:nvSpPr>
        <p:spPr/>
        <p:txBody>
          <a:bodyPr/>
          <a:lstStyle/>
          <a:p>
            <a:fld id="{CF18CE1C-635B-493B-BAC3-8FD5B363DCCD}" type="datetime1">
              <a:rPr lang="en-US" smtClean="0"/>
              <a:t>7/20/2026</a:t>
            </a:fld>
            <a:endParaRPr lang="en-US"/>
          </a:p>
        </p:txBody>
      </p:sp>
      <p:sp>
        <p:nvSpPr>
          <p:cNvPr id="6" name="Slide Number Placeholder 5">
            <a:extLst>
              <a:ext uri="{FF2B5EF4-FFF2-40B4-BE49-F238E27FC236}">
                <a16:creationId xmlns:a16="http://schemas.microsoft.com/office/drawing/2014/main" id="{1F95F945-05D8-A252-0354-14280EACEAF0}"/>
              </a:ext>
            </a:extLst>
          </p:cNvPr>
          <p:cNvSpPr>
            <a:spLocks noGrp="1"/>
          </p:cNvSpPr>
          <p:nvPr>
            <p:ph type="sldNum" sz="quarter" idx="12"/>
          </p:nvPr>
        </p:nvSpPr>
        <p:spPr/>
        <p:txBody>
          <a:bodyPr/>
          <a:lstStyle/>
          <a:p>
            <a:fld id="{C1FF6DA9-008F-8B48-92A6-B652298478BF}" type="slidenum">
              <a:rPr lang="en-US" smtClean="0"/>
              <a:t>11</a:t>
            </a:fld>
            <a:endParaRPr lang="en-US"/>
          </a:p>
        </p:txBody>
      </p:sp>
    </p:spTree>
    <p:extLst>
      <p:ext uri="{BB962C8B-B14F-4D97-AF65-F5344CB8AC3E}">
        <p14:creationId xmlns:p14="http://schemas.microsoft.com/office/powerpoint/2010/main" val="1448130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0706363" cy="769441"/>
          </a:xfrm>
          <a:prstGeom prst="rect">
            <a:avLst/>
          </a:prstGeom>
          <a:noFill/>
        </p:spPr>
        <p:txBody>
          <a:bodyPr wrap="square">
            <a:spAutoFit/>
          </a:bodyPr>
          <a:lstStyle/>
          <a:p>
            <a:r>
              <a:rPr lang="en-US" sz="2200" b="1" i="1" dirty="0">
                <a:solidFill>
                  <a:srgbClr val="B0B7C3"/>
                </a:solidFill>
              </a:rPr>
              <a:t>Respondents are heavy video gamers, TV viewers and social media users, and average to slightly in-theater movie-goers (see next slide)</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S8 — Media activities (summary)</a:t>
            </a:r>
          </a:p>
        </p:txBody>
      </p:sp>
      <p:pic>
        <p:nvPicPr>
          <p:cNvPr id="4" name="Picture 3" descr="S8_activities_summary.png"/>
          <p:cNvPicPr>
            <a:picLocks noChangeAspect="1"/>
          </p:cNvPicPr>
          <p:nvPr/>
        </p:nvPicPr>
        <p:blipFill>
          <a:blip r:embed="rId2"/>
          <a:stretch>
            <a:fillRect/>
          </a:stretch>
        </p:blipFill>
        <p:spPr>
          <a:xfrm>
            <a:off x="518007" y="1508539"/>
            <a:ext cx="11155680" cy="452672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TB = every day; T2B = day or week. Pooled: mean of the 6 test administrations (same 998 personas re-answered per test). Theater note: daily theater-goers excluded by screener design.  |  Synthetic audience (model-simulated archetypes) — directional read, not fielded quant.</a:t>
            </a:r>
          </a:p>
        </p:txBody>
      </p:sp>
      <p:sp>
        <p:nvSpPr>
          <p:cNvPr id="6" name="Date Placeholder 5">
            <a:extLst>
              <a:ext uri="{FF2B5EF4-FFF2-40B4-BE49-F238E27FC236}">
                <a16:creationId xmlns:a16="http://schemas.microsoft.com/office/drawing/2014/main" id="{185311EB-175E-3804-7240-41C16344CE47}"/>
              </a:ext>
            </a:extLst>
          </p:cNvPr>
          <p:cNvSpPr>
            <a:spLocks noGrp="1"/>
          </p:cNvSpPr>
          <p:nvPr>
            <p:ph type="dt" sz="half" idx="10"/>
          </p:nvPr>
        </p:nvSpPr>
        <p:spPr/>
        <p:txBody>
          <a:bodyPr/>
          <a:lstStyle/>
          <a:p>
            <a:fld id="{6630A006-A22E-4A03-B05E-0F5B80D18AC8}" type="datetime1">
              <a:rPr lang="en-US" smtClean="0"/>
              <a:t>7/20/2026</a:t>
            </a:fld>
            <a:endParaRPr lang="en-US"/>
          </a:p>
        </p:txBody>
      </p:sp>
      <p:sp>
        <p:nvSpPr>
          <p:cNvPr id="7" name="Slide Number Placeholder 6">
            <a:extLst>
              <a:ext uri="{FF2B5EF4-FFF2-40B4-BE49-F238E27FC236}">
                <a16:creationId xmlns:a16="http://schemas.microsoft.com/office/drawing/2014/main" id="{CF486314-CD04-6BB3-0155-EDA68357246F}"/>
              </a:ext>
            </a:extLst>
          </p:cNvPr>
          <p:cNvSpPr>
            <a:spLocks noGrp="1"/>
          </p:cNvSpPr>
          <p:nvPr>
            <p:ph type="sldNum" sz="quarter" idx="12"/>
          </p:nvPr>
        </p:nvSpPr>
        <p:spPr/>
        <p:txBody>
          <a:bodyPr/>
          <a:lstStyle/>
          <a:p>
            <a:fld id="{C1FF6DA9-008F-8B48-92A6-B652298478BF}" type="slidenum">
              <a:rPr lang="en-US" smtClean="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769441"/>
          </a:xfrm>
          <a:prstGeom prst="rect">
            <a:avLst/>
          </a:prstGeom>
          <a:noFill/>
        </p:spPr>
        <p:txBody>
          <a:bodyPr wrap="square">
            <a:spAutoFit/>
          </a:bodyPr>
          <a:lstStyle/>
          <a:p>
            <a:r>
              <a:rPr lang="en-US" sz="2200" b="1" i="1" dirty="0">
                <a:solidFill>
                  <a:srgbClr val="B0B7C3"/>
                </a:solidFill>
              </a:rPr>
              <a:t>25% of respondents see a movie in the theater at least once a month.  This % is significantly higher than the low end of the national average, but at the high end, according to YouGov*</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S9 — See movies in a theater</a:t>
            </a:r>
          </a:p>
        </p:txBody>
      </p:sp>
      <p:pic>
        <p:nvPicPr>
          <p:cNvPr id="4" name="Picture 3" descr="S9_ACT_THEATER.png"/>
          <p:cNvPicPr>
            <a:picLocks noChangeAspect="1"/>
          </p:cNvPicPr>
          <p:nvPr/>
        </p:nvPicPr>
        <p:blipFill>
          <a:blip r:embed="rId2"/>
          <a:stretch>
            <a:fillRect/>
          </a:stretch>
        </p:blipFill>
        <p:spPr>
          <a:xfrm>
            <a:off x="518007" y="1872934"/>
            <a:ext cx="11155680" cy="316729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Full frequency distribution. Pooled: mean of the 6 test administrations (same 998 personas re-answered per test).  |  Synthetic audience (model-simulated archetypes) — directional read, not fielded quant.</a:t>
            </a:r>
          </a:p>
        </p:txBody>
      </p:sp>
      <p:sp>
        <p:nvSpPr>
          <p:cNvPr id="6" name="Date Placeholder 5">
            <a:extLst>
              <a:ext uri="{FF2B5EF4-FFF2-40B4-BE49-F238E27FC236}">
                <a16:creationId xmlns:a16="http://schemas.microsoft.com/office/drawing/2014/main" id="{D9235947-FC23-B7E0-5955-8E19AB31DABE}"/>
              </a:ext>
            </a:extLst>
          </p:cNvPr>
          <p:cNvSpPr>
            <a:spLocks noGrp="1"/>
          </p:cNvSpPr>
          <p:nvPr>
            <p:ph type="dt" sz="half" idx="10"/>
          </p:nvPr>
        </p:nvSpPr>
        <p:spPr/>
        <p:txBody>
          <a:bodyPr/>
          <a:lstStyle/>
          <a:p>
            <a:fld id="{FE309D87-B935-441A-B9FA-D74CF339832E}" type="datetime1">
              <a:rPr lang="en-US" smtClean="0"/>
              <a:t>7/20/2026</a:t>
            </a:fld>
            <a:endParaRPr lang="en-US"/>
          </a:p>
        </p:txBody>
      </p:sp>
      <p:sp>
        <p:nvSpPr>
          <p:cNvPr id="7" name="Slide Number Placeholder 6">
            <a:extLst>
              <a:ext uri="{FF2B5EF4-FFF2-40B4-BE49-F238E27FC236}">
                <a16:creationId xmlns:a16="http://schemas.microsoft.com/office/drawing/2014/main" id="{1F75B0A7-B230-AB47-C662-0C24E297F88B}"/>
              </a:ext>
            </a:extLst>
          </p:cNvPr>
          <p:cNvSpPr>
            <a:spLocks noGrp="1"/>
          </p:cNvSpPr>
          <p:nvPr>
            <p:ph type="sldNum" sz="quarter" idx="12"/>
          </p:nvPr>
        </p:nvSpPr>
        <p:spPr/>
        <p:txBody>
          <a:bodyPr/>
          <a:lstStyle/>
          <a:p>
            <a:fld id="{C1FF6DA9-008F-8B48-92A6-B652298478BF}" type="slidenum">
              <a:rPr lang="en-US" smtClean="0"/>
              <a:t>13</a:t>
            </a:fld>
            <a:endParaRPr lang="en-US"/>
          </a:p>
        </p:txBody>
      </p:sp>
      <p:sp>
        <p:nvSpPr>
          <p:cNvPr id="9" name="TextBox 8">
            <a:extLst>
              <a:ext uri="{FF2B5EF4-FFF2-40B4-BE49-F238E27FC236}">
                <a16:creationId xmlns:a16="http://schemas.microsoft.com/office/drawing/2014/main" id="{65B27E52-629E-BA50-6C26-13258CBD049A}"/>
              </a:ext>
            </a:extLst>
          </p:cNvPr>
          <p:cNvSpPr txBox="1"/>
          <p:nvPr/>
        </p:nvSpPr>
        <p:spPr>
          <a:xfrm>
            <a:off x="634561" y="5288629"/>
            <a:ext cx="10574721" cy="1200329"/>
          </a:xfrm>
          <a:prstGeom prst="rect">
            <a:avLst/>
          </a:prstGeom>
          <a:noFill/>
        </p:spPr>
        <p:txBody>
          <a:bodyPr wrap="square">
            <a:spAutoFit/>
          </a:bodyPr>
          <a:lstStyle/>
          <a:p>
            <a:r>
              <a:rPr lang="en-US" dirty="0"/>
              <a:t>*Depending on the specific market research study, between 11% and 24% of active U.S. moviegoers (those who watch at least one film in theaters per year) go to a movie theater at least once a month. </a:t>
            </a:r>
            <a:r>
              <a:rPr lang="en-US" dirty="0">
                <a:hlinkClick r:id="rId3"/>
              </a:rPr>
              <a:t>https://yougov.com/en-us/articles/52390-whats-shaping-americas-cinema-audience</a:t>
            </a:r>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769441"/>
          </a:xfrm>
          <a:prstGeom prst="rect">
            <a:avLst/>
          </a:prstGeom>
          <a:noFill/>
        </p:spPr>
        <p:txBody>
          <a:bodyPr wrap="square">
            <a:spAutoFit/>
          </a:bodyPr>
          <a:lstStyle/>
          <a:p>
            <a:r>
              <a:rPr lang="en-US" sz="2200" b="1" i="1" dirty="0">
                <a:solidFill>
                  <a:srgbClr val="B0B7C3"/>
                </a:solidFill>
              </a:rPr>
              <a:t>This is a gamer sample for a movie based on a video game, as 96% play at least once a week and half of those play daily</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S10 — Play video games</a:t>
            </a:r>
          </a:p>
        </p:txBody>
      </p:sp>
      <p:pic>
        <p:nvPicPr>
          <p:cNvPr id="4" name="Picture 3" descr="S10_ACT_GAMES.png"/>
          <p:cNvPicPr>
            <a:picLocks noChangeAspect="1"/>
          </p:cNvPicPr>
          <p:nvPr/>
        </p:nvPicPr>
        <p:blipFill>
          <a:blip r:embed="rId2"/>
          <a:stretch>
            <a:fillRect/>
          </a:stretch>
        </p:blipFill>
        <p:spPr>
          <a:xfrm>
            <a:off x="518007" y="2188254"/>
            <a:ext cx="11155680" cy="316729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Full frequency distribution. Pooled: mean of the 6 test administrations (same 998 personas re-answered per test).  |  Synthetic audience (model-simulated archetypes) — directional read, not fielded quant.</a:t>
            </a:r>
          </a:p>
        </p:txBody>
      </p:sp>
      <p:sp>
        <p:nvSpPr>
          <p:cNvPr id="6" name="Date Placeholder 5">
            <a:extLst>
              <a:ext uri="{FF2B5EF4-FFF2-40B4-BE49-F238E27FC236}">
                <a16:creationId xmlns:a16="http://schemas.microsoft.com/office/drawing/2014/main" id="{3756E8F2-0E2D-9F56-8022-70123D454FE3}"/>
              </a:ext>
            </a:extLst>
          </p:cNvPr>
          <p:cNvSpPr>
            <a:spLocks noGrp="1"/>
          </p:cNvSpPr>
          <p:nvPr>
            <p:ph type="dt" sz="half" idx="10"/>
          </p:nvPr>
        </p:nvSpPr>
        <p:spPr/>
        <p:txBody>
          <a:bodyPr/>
          <a:lstStyle/>
          <a:p>
            <a:fld id="{93363F41-8EDE-47EF-822A-E13E7E4B0C4F}" type="datetime1">
              <a:rPr lang="en-US" smtClean="0"/>
              <a:t>7/20/2026</a:t>
            </a:fld>
            <a:endParaRPr lang="en-US"/>
          </a:p>
        </p:txBody>
      </p:sp>
      <p:sp>
        <p:nvSpPr>
          <p:cNvPr id="7" name="Slide Number Placeholder 6">
            <a:extLst>
              <a:ext uri="{FF2B5EF4-FFF2-40B4-BE49-F238E27FC236}">
                <a16:creationId xmlns:a16="http://schemas.microsoft.com/office/drawing/2014/main" id="{34AF7BD7-BA37-DF66-3160-2AC8AC486B78}"/>
              </a:ext>
            </a:extLst>
          </p:cNvPr>
          <p:cNvSpPr>
            <a:spLocks noGrp="1"/>
          </p:cNvSpPr>
          <p:nvPr>
            <p:ph type="sldNum" sz="quarter" idx="12"/>
          </p:nvPr>
        </p:nvSpPr>
        <p:spPr/>
        <p:txBody>
          <a:bodyPr/>
          <a:lstStyle/>
          <a:p>
            <a:fld id="{C1FF6DA9-008F-8B48-92A6-B652298478BF}"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Not surprisingly, given the younger age skew, this group streams a lot of movies and TV Shows </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S11 — Stream movies/</a:t>
            </a:r>
            <a:r>
              <a:rPr lang="en-US" sz="1600" b="1" i="0" dirty="0">
                <a:solidFill>
                  <a:srgbClr val="6B7280"/>
                </a:solidFill>
              </a:rPr>
              <a:t>TV </a:t>
            </a:r>
            <a:r>
              <a:rPr sz="1600" b="1" i="0" dirty="0">
                <a:solidFill>
                  <a:srgbClr val="6B7280"/>
                </a:solidFill>
              </a:rPr>
              <a:t>series</a:t>
            </a:r>
            <a:r>
              <a:rPr lang="en-US" sz="1600" b="1" i="0" dirty="0">
                <a:solidFill>
                  <a:srgbClr val="6B7280"/>
                </a:solidFill>
              </a:rPr>
              <a:t>  (84% Top 2 Box)</a:t>
            </a:r>
            <a:endParaRPr sz="1600" b="1" i="0" dirty="0">
              <a:solidFill>
                <a:srgbClr val="6B7280"/>
              </a:solidFill>
            </a:endParaRPr>
          </a:p>
        </p:txBody>
      </p:sp>
      <p:pic>
        <p:nvPicPr>
          <p:cNvPr id="4" name="Picture 3" descr="S11_ACT_STREAM.png"/>
          <p:cNvPicPr>
            <a:picLocks noChangeAspect="1"/>
          </p:cNvPicPr>
          <p:nvPr/>
        </p:nvPicPr>
        <p:blipFill>
          <a:blip r:embed="rId2"/>
          <a:stretch>
            <a:fillRect/>
          </a:stretch>
        </p:blipFill>
        <p:spPr>
          <a:xfrm>
            <a:off x="518007" y="2188254"/>
            <a:ext cx="11155680" cy="316729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Full frequency distribution. Pooled: mean of the 6 test administrations (same 998 personas re-answered per test).  |  Synthetic audience (model-simulated archetypes) — directional read, not fielded quant.</a:t>
            </a:r>
          </a:p>
        </p:txBody>
      </p:sp>
      <p:sp>
        <p:nvSpPr>
          <p:cNvPr id="6" name="Date Placeholder 5">
            <a:extLst>
              <a:ext uri="{FF2B5EF4-FFF2-40B4-BE49-F238E27FC236}">
                <a16:creationId xmlns:a16="http://schemas.microsoft.com/office/drawing/2014/main" id="{07EC84D3-63B4-F7C0-ED42-3517D4378BD0}"/>
              </a:ext>
            </a:extLst>
          </p:cNvPr>
          <p:cNvSpPr>
            <a:spLocks noGrp="1"/>
          </p:cNvSpPr>
          <p:nvPr>
            <p:ph type="dt" sz="half" idx="10"/>
          </p:nvPr>
        </p:nvSpPr>
        <p:spPr/>
        <p:txBody>
          <a:bodyPr/>
          <a:lstStyle/>
          <a:p>
            <a:fld id="{3642EF15-B855-41A9-95BD-CA8C2A48F85B}" type="datetime1">
              <a:rPr lang="en-US" smtClean="0"/>
              <a:t>7/20/2026</a:t>
            </a:fld>
            <a:endParaRPr lang="en-US"/>
          </a:p>
        </p:txBody>
      </p:sp>
      <p:sp>
        <p:nvSpPr>
          <p:cNvPr id="7" name="Slide Number Placeholder 6">
            <a:extLst>
              <a:ext uri="{FF2B5EF4-FFF2-40B4-BE49-F238E27FC236}">
                <a16:creationId xmlns:a16="http://schemas.microsoft.com/office/drawing/2014/main" id="{E8FC402B-D3FA-4B5A-ED69-1F19A1E3F1D0}"/>
              </a:ext>
            </a:extLst>
          </p:cNvPr>
          <p:cNvSpPr>
            <a:spLocks noGrp="1"/>
          </p:cNvSpPr>
          <p:nvPr>
            <p:ph type="sldNum" sz="quarter" idx="12"/>
          </p:nvPr>
        </p:nvSpPr>
        <p:spPr/>
        <p:txBody>
          <a:bodyPr/>
          <a:lstStyle/>
          <a:p>
            <a:fld id="{C1FF6DA9-008F-8B48-92A6-B652298478BF}"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They’re also very heavy social media users</a:t>
            </a:r>
            <a:endParaRPr sz="2200" b="1" i="1" dirty="0">
              <a:solidFill>
                <a:srgbClr val="B0B7C3"/>
              </a:solidFill>
            </a:endParaRPr>
          </a:p>
        </p:txBody>
      </p:sp>
      <p:sp>
        <p:nvSpPr>
          <p:cNvPr id="3" name="TextBox 2"/>
          <p:cNvSpPr txBox="1"/>
          <p:nvPr/>
        </p:nvSpPr>
        <p:spPr>
          <a:xfrm>
            <a:off x="502920" y="1087416"/>
            <a:ext cx="11155680" cy="338554"/>
          </a:xfrm>
          <a:prstGeom prst="rect">
            <a:avLst/>
          </a:prstGeom>
          <a:noFill/>
        </p:spPr>
        <p:txBody>
          <a:bodyPr wrap="square">
            <a:spAutoFit/>
          </a:bodyPr>
          <a:lstStyle/>
          <a:p>
            <a:r>
              <a:rPr sz="1600" b="1" i="0" dirty="0">
                <a:solidFill>
                  <a:srgbClr val="6B7280"/>
                </a:solidFill>
              </a:rPr>
              <a:t>S12 — Scroll social media</a:t>
            </a:r>
          </a:p>
        </p:txBody>
      </p:sp>
      <p:pic>
        <p:nvPicPr>
          <p:cNvPr id="4" name="Picture 3" descr="S12_ACT_SOCIAL.png"/>
          <p:cNvPicPr>
            <a:picLocks noChangeAspect="1"/>
          </p:cNvPicPr>
          <p:nvPr/>
        </p:nvPicPr>
        <p:blipFill>
          <a:blip r:embed="rId2"/>
          <a:stretch>
            <a:fillRect/>
          </a:stretch>
        </p:blipFill>
        <p:spPr>
          <a:xfrm>
            <a:off x="518007" y="2188254"/>
            <a:ext cx="11155680" cy="316729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Full frequency distribution. Pooled: mean of the 6 test administrations (same 998 personas re-answered per test).  |  Synthetic audience (model-simulated archetypes) — directional read, not fielded quant.</a:t>
            </a:r>
          </a:p>
        </p:txBody>
      </p:sp>
      <p:sp>
        <p:nvSpPr>
          <p:cNvPr id="6" name="Date Placeholder 5">
            <a:extLst>
              <a:ext uri="{FF2B5EF4-FFF2-40B4-BE49-F238E27FC236}">
                <a16:creationId xmlns:a16="http://schemas.microsoft.com/office/drawing/2014/main" id="{13107E29-2E46-52A7-0012-17B57BA8CB8B}"/>
              </a:ext>
            </a:extLst>
          </p:cNvPr>
          <p:cNvSpPr>
            <a:spLocks noGrp="1"/>
          </p:cNvSpPr>
          <p:nvPr>
            <p:ph type="dt" sz="half" idx="10"/>
          </p:nvPr>
        </p:nvSpPr>
        <p:spPr/>
        <p:txBody>
          <a:bodyPr/>
          <a:lstStyle/>
          <a:p>
            <a:fld id="{FF1BD945-1541-47FE-AA73-287951AE986F}" type="datetime1">
              <a:rPr lang="en-US" smtClean="0"/>
              <a:t>7/20/2026</a:t>
            </a:fld>
            <a:endParaRPr lang="en-US"/>
          </a:p>
        </p:txBody>
      </p:sp>
      <p:sp>
        <p:nvSpPr>
          <p:cNvPr id="7" name="Slide Number Placeholder 6">
            <a:extLst>
              <a:ext uri="{FF2B5EF4-FFF2-40B4-BE49-F238E27FC236}">
                <a16:creationId xmlns:a16="http://schemas.microsoft.com/office/drawing/2014/main" id="{88D87B7B-F89A-DF4D-8AF2-8F7D8442E520}"/>
              </a:ext>
            </a:extLst>
          </p:cNvPr>
          <p:cNvSpPr>
            <a:spLocks noGrp="1"/>
          </p:cNvSpPr>
          <p:nvPr>
            <p:ph type="sldNum" sz="quarter" idx="12"/>
          </p:nvPr>
        </p:nvSpPr>
        <p:spPr/>
        <p:txBody>
          <a:bodyPr/>
          <a:lstStyle/>
          <a:p>
            <a:fld id="{C1FF6DA9-008F-8B48-92A6-B652298478BF}" type="slidenum">
              <a:rPr lang="en-US" smtClean="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769441"/>
          </a:xfrm>
          <a:prstGeom prst="rect">
            <a:avLst/>
          </a:prstGeom>
          <a:noFill/>
        </p:spPr>
        <p:txBody>
          <a:bodyPr wrap="square">
            <a:spAutoFit/>
          </a:bodyPr>
          <a:lstStyle/>
          <a:p>
            <a:r>
              <a:rPr lang="en-US" sz="2200" b="1" i="1" dirty="0">
                <a:solidFill>
                  <a:srgbClr val="B0B7C3"/>
                </a:solidFill>
              </a:rPr>
              <a:t>There is moderate usage among this group, when it comes to watching sports on TV/streaming</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S13 — Watch sports on TV/streaming</a:t>
            </a:r>
          </a:p>
        </p:txBody>
      </p:sp>
      <p:pic>
        <p:nvPicPr>
          <p:cNvPr id="4" name="Picture 3" descr="S13_ACT_SPORTS.png"/>
          <p:cNvPicPr>
            <a:picLocks noChangeAspect="1"/>
          </p:cNvPicPr>
          <p:nvPr/>
        </p:nvPicPr>
        <p:blipFill>
          <a:blip r:embed="rId2"/>
          <a:stretch>
            <a:fillRect/>
          </a:stretch>
        </p:blipFill>
        <p:spPr>
          <a:xfrm>
            <a:off x="518007" y="2188254"/>
            <a:ext cx="11155680" cy="316729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Full frequency distribution. Pooled: mean of the 6 test administrations (same 998 personas re-answered per test).  |  Synthetic audience (model-simulated archetypes) — directional read, not fielded quant.</a:t>
            </a:r>
          </a:p>
        </p:txBody>
      </p:sp>
      <p:sp>
        <p:nvSpPr>
          <p:cNvPr id="6" name="Date Placeholder 5">
            <a:extLst>
              <a:ext uri="{FF2B5EF4-FFF2-40B4-BE49-F238E27FC236}">
                <a16:creationId xmlns:a16="http://schemas.microsoft.com/office/drawing/2014/main" id="{965FC11C-BCD7-64F8-C013-35ABE82D0F55}"/>
              </a:ext>
            </a:extLst>
          </p:cNvPr>
          <p:cNvSpPr>
            <a:spLocks noGrp="1"/>
          </p:cNvSpPr>
          <p:nvPr>
            <p:ph type="dt" sz="half" idx="10"/>
          </p:nvPr>
        </p:nvSpPr>
        <p:spPr/>
        <p:txBody>
          <a:bodyPr/>
          <a:lstStyle/>
          <a:p>
            <a:fld id="{918BCD45-E667-4381-BC22-DC1B73472B86}" type="datetime1">
              <a:rPr lang="en-US" smtClean="0"/>
              <a:t>7/20/2026</a:t>
            </a:fld>
            <a:endParaRPr lang="en-US"/>
          </a:p>
        </p:txBody>
      </p:sp>
      <p:sp>
        <p:nvSpPr>
          <p:cNvPr id="7" name="Slide Number Placeholder 6">
            <a:extLst>
              <a:ext uri="{FF2B5EF4-FFF2-40B4-BE49-F238E27FC236}">
                <a16:creationId xmlns:a16="http://schemas.microsoft.com/office/drawing/2014/main" id="{13F12572-2F57-7F1C-FFAA-42BE726DD247}"/>
              </a:ext>
            </a:extLst>
          </p:cNvPr>
          <p:cNvSpPr>
            <a:spLocks noGrp="1"/>
          </p:cNvSpPr>
          <p:nvPr>
            <p:ph type="sldNum" sz="quarter" idx="12"/>
          </p:nvPr>
        </p:nvSpPr>
        <p:spPr/>
        <p:txBody>
          <a:bodyPr/>
          <a:lstStyle/>
          <a:p>
            <a:fld id="{C1FF6DA9-008F-8B48-92A6-B652298478BF}"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769441"/>
          </a:xfrm>
          <a:prstGeom prst="rect">
            <a:avLst/>
          </a:prstGeom>
          <a:noFill/>
        </p:spPr>
        <p:txBody>
          <a:bodyPr wrap="square">
            <a:spAutoFit/>
          </a:bodyPr>
          <a:lstStyle/>
          <a:p>
            <a:r>
              <a:rPr lang="en-US" sz="2200" b="1" i="1" dirty="0">
                <a:solidFill>
                  <a:srgbClr val="B0B7C3"/>
                </a:solidFill>
              </a:rPr>
              <a:t>About half of this group read a comics, graphic novel, or manga at least once every 6</a:t>
            </a:r>
            <a:r>
              <a:rPr lang="en-US" sz="2200" b="1" i="1" baseline="30000" dirty="0">
                <a:solidFill>
                  <a:srgbClr val="B0B7C3"/>
                </a:solidFill>
              </a:rPr>
              <a:t>th</a:t>
            </a:r>
            <a:r>
              <a:rPr lang="en-US" sz="2200" b="1" i="1" dirty="0">
                <a:solidFill>
                  <a:srgbClr val="B0B7C3"/>
                </a:solidFill>
              </a:rPr>
              <a:t> months, and 25% read them weekly </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S14 — Read comics/graphic novels/manga</a:t>
            </a:r>
          </a:p>
        </p:txBody>
      </p:sp>
      <p:pic>
        <p:nvPicPr>
          <p:cNvPr id="4" name="Picture 3" descr="S14_ACT_COMICS.png"/>
          <p:cNvPicPr>
            <a:picLocks noChangeAspect="1"/>
          </p:cNvPicPr>
          <p:nvPr/>
        </p:nvPicPr>
        <p:blipFill>
          <a:blip r:embed="rId2"/>
          <a:stretch>
            <a:fillRect/>
          </a:stretch>
        </p:blipFill>
        <p:spPr>
          <a:xfrm>
            <a:off x="518007" y="2188254"/>
            <a:ext cx="11155680" cy="316729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Full frequency distribution. Pooled: mean of the 6 test administrations (same 998 personas re-answered per test). Direction inferred for this item (bare-numeric export).  |  Synthetic audience (model-simulated archetypes) — directional read, not fielded quant.</a:t>
            </a:r>
          </a:p>
        </p:txBody>
      </p:sp>
      <p:sp>
        <p:nvSpPr>
          <p:cNvPr id="6" name="Date Placeholder 5">
            <a:extLst>
              <a:ext uri="{FF2B5EF4-FFF2-40B4-BE49-F238E27FC236}">
                <a16:creationId xmlns:a16="http://schemas.microsoft.com/office/drawing/2014/main" id="{9C9BC798-A901-FDE4-7F8F-25AB692E49A6}"/>
              </a:ext>
            </a:extLst>
          </p:cNvPr>
          <p:cNvSpPr>
            <a:spLocks noGrp="1"/>
          </p:cNvSpPr>
          <p:nvPr>
            <p:ph type="dt" sz="half" idx="10"/>
          </p:nvPr>
        </p:nvSpPr>
        <p:spPr/>
        <p:txBody>
          <a:bodyPr/>
          <a:lstStyle/>
          <a:p>
            <a:fld id="{E1A37D6F-DA1F-4B29-8DC1-19A1E8EF311C}" type="datetime1">
              <a:rPr lang="en-US" smtClean="0"/>
              <a:t>7/20/2026</a:t>
            </a:fld>
            <a:endParaRPr lang="en-US"/>
          </a:p>
        </p:txBody>
      </p:sp>
      <p:sp>
        <p:nvSpPr>
          <p:cNvPr id="7" name="Slide Number Placeholder 6">
            <a:extLst>
              <a:ext uri="{FF2B5EF4-FFF2-40B4-BE49-F238E27FC236}">
                <a16:creationId xmlns:a16="http://schemas.microsoft.com/office/drawing/2014/main" id="{BAF55670-1BC0-A70C-5DCF-A5FB2B13BC24}"/>
              </a:ext>
            </a:extLst>
          </p:cNvPr>
          <p:cNvSpPr>
            <a:spLocks noGrp="1"/>
          </p:cNvSpPr>
          <p:nvPr>
            <p:ph type="sldNum" sz="quarter" idx="12"/>
          </p:nvPr>
        </p:nvSpPr>
        <p:spPr/>
        <p:txBody>
          <a:bodyPr/>
          <a:lstStyle/>
          <a:p>
            <a:fld id="{C1FF6DA9-008F-8B48-92A6-B652298478BF}"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769441"/>
          </a:xfrm>
          <a:prstGeom prst="rect">
            <a:avLst/>
          </a:prstGeom>
          <a:noFill/>
        </p:spPr>
        <p:txBody>
          <a:bodyPr wrap="square">
            <a:spAutoFit/>
          </a:bodyPr>
          <a:lstStyle/>
          <a:p>
            <a:r>
              <a:rPr lang="en-US" sz="2200" b="1" i="1" dirty="0">
                <a:solidFill>
                  <a:srgbClr val="B0B7C3"/>
                </a:solidFill>
              </a:rPr>
              <a:t>Not surprisingly, Action, Martial Arts and Anime are the top 3 favorite movie genres by a wide margin over the next two most popular (Sci-Fi and Superheroes)</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S15 — Movie genre fans (TB only)</a:t>
            </a:r>
          </a:p>
        </p:txBody>
      </p:sp>
      <p:pic>
        <p:nvPicPr>
          <p:cNvPr id="4" name="Picture 3" descr="S15_gfan.png"/>
          <p:cNvPicPr>
            <a:picLocks noChangeAspect="1"/>
          </p:cNvPicPr>
          <p:nvPr/>
        </p:nvPicPr>
        <p:blipFill>
          <a:blip r:embed="rId2"/>
          <a:stretch>
            <a:fillRect/>
          </a:stretch>
        </p:blipFill>
        <p:spPr>
          <a:xfrm>
            <a:off x="1245011" y="1467774"/>
            <a:ext cx="9701671"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TB = "One of my favorites". Pooled: mean of the 6 test administrations (same 998 personas re-answered per test).  |  Synthetic audience (model-simulated archetypes) — directional read, not fielded quant.</a:t>
            </a:r>
          </a:p>
        </p:txBody>
      </p:sp>
      <p:sp>
        <p:nvSpPr>
          <p:cNvPr id="6" name="Date Placeholder 5">
            <a:extLst>
              <a:ext uri="{FF2B5EF4-FFF2-40B4-BE49-F238E27FC236}">
                <a16:creationId xmlns:a16="http://schemas.microsoft.com/office/drawing/2014/main" id="{8B826F06-07B6-8C53-A6F0-CD88303C3799}"/>
              </a:ext>
            </a:extLst>
          </p:cNvPr>
          <p:cNvSpPr>
            <a:spLocks noGrp="1"/>
          </p:cNvSpPr>
          <p:nvPr>
            <p:ph type="dt" sz="half" idx="10"/>
          </p:nvPr>
        </p:nvSpPr>
        <p:spPr/>
        <p:txBody>
          <a:bodyPr/>
          <a:lstStyle/>
          <a:p>
            <a:fld id="{A743E614-A224-479B-B6D2-24598EC246CA}" type="datetime1">
              <a:rPr lang="en-US" smtClean="0"/>
              <a:t>7/20/2026</a:t>
            </a:fld>
            <a:endParaRPr lang="en-US"/>
          </a:p>
        </p:txBody>
      </p:sp>
      <p:sp>
        <p:nvSpPr>
          <p:cNvPr id="7" name="Slide Number Placeholder 6">
            <a:extLst>
              <a:ext uri="{FF2B5EF4-FFF2-40B4-BE49-F238E27FC236}">
                <a16:creationId xmlns:a16="http://schemas.microsoft.com/office/drawing/2014/main" id="{9CC8EDAB-38FF-D8E6-C36F-FD2976C6E74D}"/>
              </a:ext>
            </a:extLst>
          </p:cNvPr>
          <p:cNvSpPr>
            <a:spLocks noGrp="1"/>
          </p:cNvSpPr>
          <p:nvPr>
            <p:ph type="sldNum" sz="quarter" idx="12"/>
          </p:nvPr>
        </p:nvSpPr>
        <p:spPr/>
        <p:txBody>
          <a:bodyPr/>
          <a:lstStyle/>
          <a:p>
            <a:fld id="{C1FF6DA9-008F-8B48-92A6-B652298478BF}"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5CF6B66C-8F9D-ECE3-BB6D-945EA241875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ED65EA-9E6E-AC51-4AAB-0A8DDAF4C8A5}"/>
              </a:ext>
            </a:extLst>
          </p:cNvPr>
          <p:cNvSpPr txBox="1"/>
          <p:nvPr/>
        </p:nvSpPr>
        <p:spPr>
          <a:xfrm>
            <a:off x="838200" y="1103586"/>
            <a:ext cx="10515600" cy="707886"/>
          </a:xfrm>
          <a:prstGeom prst="rect">
            <a:avLst/>
          </a:prstGeom>
          <a:noFill/>
        </p:spPr>
        <p:txBody>
          <a:bodyPr wrap="square">
            <a:spAutoFit/>
          </a:bodyPr>
          <a:lstStyle/>
          <a:p>
            <a:r>
              <a:rPr sz="4000" b="1" i="0" dirty="0">
                <a:solidFill>
                  <a:srgbClr val="FFFFFF"/>
                </a:solidFill>
              </a:rPr>
              <a:t>ARENA Fatal Fury — Concept Test Chart</a:t>
            </a:r>
            <a:r>
              <a:rPr lang="en-US" sz="4000" b="1" i="0" dirty="0">
                <a:solidFill>
                  <a:srgbClr val="FFFFFF"/>
                </a:solidFill>
              </a:rPr>
              <a:t>s/Report</a:t>
            </a:r>
            <a:endParaRPr sz="4000" b="1" i="0" dirty="0">
              <a:solidFill>
                <a:srgbClr val="FFFFFF"/>
              </a:solidFill>
            </a:endParaRPr>
          </a:p>
        </p:txBody>
      </p:sp>
      <p:sp>
        <p:nvSpPr>
          <p:cNvPr id="3" name="TextBox 2">
            <a:extLst>
              <a:ext uri="{FF2B5EF4-FFF2-40B4-BE49-F238E27FC236}">
                <a16:creationId xmlns:a16="http://schemas.microsoft.com/office/drawing/2014/main" id="{C9378DEA-5DB8-6B67-0863-55BCFB038CBB}"/>
              </a:ext>
            </a:extLst>
          </p:cNvPr>
          <p:cNvSpPr txBox="1"/>
          <p:nvPr/>
        </p:nvSpPr>
        <p:spPr>
          <a:xfrm>
            <a:off x="822960" y="3291840"/>
            <a:ext cx="10515600" cy="646331"/>
          </a:xfrm>
          <a:prstGeom prst="rect">
            <a:avLst/>
          </a:prstGeom>
          <a:noFill/>
        </p:spPr>
        <p:txBody>
          <a:bodyPr wrap="square">
            <a:spAutoFit/>
          </a:bodyPr>
          <a:lstStyle/>
          <a:p>
            <a:pPr algn="ctr"/>
            <a:r>
              <a:rPr lang="en-US" sz="3600" b="1" i="0" dirty="0">
                <a:solidFill>
                  <a:srgbClr val="CADCFC"/>
                </a:solidFill>
              </a:rPr>
              <a:t>Video Game Awareness, Fandom, Movie Interest</a:t>
            </a:r>
            <a:endParaRPr sz="3600" b="1" i="0" dirty="0">
              <a:solidFill>
                <a:srgbClr val="CADCFC"/>
              </a:solidFill>
            </a:endParaRPr>
          </a:p>
        </p:txBody>
      </p:sp>
      <p:sp>
        <p:nvSpPr>
          <p:cNvPr id="5" name="Date Placeholder 4">
            <a:extLst>
              <a:ext uri="{FF2B5EF4-FFF2-40B4-BE49-F238E27FC236}">
                <a16:creationId xmlns:a16="http://schemas.microsoft.com/office/drawing/2014/main" id="{BDD031E1-A77C-98C4-FBA6-36939E7E258D}"/>
              </a:ext>
            </a:extLst>
          </p:cNvPr>
          <p:cNvSpPr>
            <a:spLocks noGrp="1"/>
          </p:cNvSpPr>
          <p:nvPr>
            <p:ph type="dt" sz="half" idx="10"/>
          </p:nvPr>
        </p:nvSpPr>
        <p:spPr/>
        <p:txBody>
          <a:bodyPr/>
          <a:lstStyle/>
          <a:p>
            <a:fld id="{CF18CE1C-635B-493B-BAC3-8FD5B363DCCD}" type="datetime1">
              <a:rPr lang="en-US" smtClean="0"/>
              <a:t>7/20/2026</a:t>
            </a:fld>
            <a:endParaRPr lang="en-US"/>
          </a:p>
        </p:txBody>
      </p:sp>
      <p:sp>
        <p:nvSpPr>
          <p:cNvPr id="6" name="Slide Number Placeholder 5">
            <a:extLst>
              <a:ext uri="{FF2B5EF4-FFF2-40B4-BE49-F238E27FC236}">
                <a16:creationId xmlns:a16="http://schemas.microsoft.com/office/drawing/2014/main" id="{08CFDD64-5090-BB46-DB0C-76918F9A4374}"/>
              </a:ext>
            </a:extLst>
          </p:cNvPr>
          <p:cNvSpPr>
            <a:spLocks noGrp="1"/>
          </p:cNvSpPr>
          <p:nvPr>
            <p:ph type="sldNum" sz="quarter" idx="12"/>
          </p:nvPr>
        </p:nvSpPr>
        <p:spPr/>
        <p:txBody>
          <a:bodyPr/>
          <a:lstStyle/>
          <a:p>
            <a:fld id="{C1FF6DA9-008F-8B48-92A6-B652298478BF}" type="slidenum">
              <a:rPr lang="en-US" smtClean="0"/>
              <a:t>20</a:t>
            </a:fld>
            <a:endParaRPr lang="en-US"/>
          </a:p>
        </p:txBody>
      </p:sp>
    </p:spTree>
    <p:extLst>
      <p:ext uri="{BB962C8B-B14F-4D97-AF65-F5344CB8AC3E}">
        <p14:creationId xmlns:p14="http://schemas.microsoft.com/office/powerpoint/2010/main" val="4136716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769441"/>
          </a:xfrm>
          <a:prstGeom prst="rect">
            <a:avLst/>
          </a:prstGeom>
          <a:noFill/>
        </p:spPr>
        <p:txBody>
          <a:bodyPr wrap="square">
            <a:spAutoFit/>
          </a:bodyPr>
          <a:lstStyle/>
          <a:p>
            <a:r>
              <a:rPr lang="en-US" sz="2200" b="1" i="1" dirty="0">
                <a:solidFill>
                  <a:srgbClr val="B0B7C3"/>
                </a:solidFill>
              </a:rPr>
              <a:t>FATAL FURY ranks tied for 4</a:t>
            </a:r>
            <a:r>
              <a:rPr lang="en-US" sz="2200" b="1" i="1" baseline="30000" dirty="0">
                <a:solidFill>
                  <a:srgbClr val="B0B7C3"/>
                </a:solidFill>
              </a:rPr>
              <a:t>th</a:t>
            </a:r>
            <a:r>
              <a:rPr lang="en-US" sz="2200" b="1" i="1" dirty="0">
                <a:solidFill>
                  <a:srgbClr val="B0B7C3"/>
                </a:solidFill>
              </a:rPr>
              <a:t> among the fighter game franchises measured in this study for top box awareness. Also, the red herring question received 0 responses</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S16 — </a:t>
            </a:r>
            <a:r>
              <a:rPr lang="en-US" sz="1600" b="1" i="0" dirty="0">
                <a:solidFill>
                  <a:srgbClr val="6B7280"/>
                </a:solidFill>
              </a:rPr>
              <a:t>Video Game </a:t>
            </a:r>
            <a:r>
              <a:rPr sz="1600" b="1" i="0" dirty="0">
                <a:solidFill>
                  <a:srgbClr val="6B7280"/>
                </a:solidFill>
              </a:rPr>
              <a:t>Franchise awareness (“I know a lot” only)</a:t>
            </a:r>
          </a:p>
        </p:txBody>
      </p:sp>
      <p:pic>
        <p:nvPicPr>
          <p:cNvPr id="4" name="Picture 3" descr="S16_vg1.png"/>
          <p:cNvPicPr>
            <a:picLocks noChangeAspect="1"/>
          </p:cNvPicPr>
          <p:nvPr/>
        </p:nvPicPr>
        <p:blipFill>
          <a:blip r:embed="rId2"/>
          <a:srcRect b="7452"/>
          <a:stretch>
            <a:fillRect/>
          </a:stretch>
        </p:blipFill>
        <p:spPr>
          <a:xfrm>
            <a:off x="2195754" y="1452007"/>
            <a:ext cx="8448254" cy="4903601"/>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TB = "I know a lot". Foil (Wanoo-Bagoo) in red — 0% = clean. Pooled: mean of the 6 test administrations (same 998 personas re-answered per test).  |  Synthetic audience (model-simulated archetypes) — directional read, not fielded quant.</a:t>
            </a:r>
          </a:p>
        </p:txBody>
      </p:sp>
      <p:sp>
        <p:nvSpPr>
          <p:cNvPr id="6" name="Date Placeholder 5">
            <a:extLst>
              <a:ext uri="{FF2B5EF4-FFF2-40B4-BE49-F238E27FC236}">
                <a16:creationId xmlns:a16="http://schemas.microsoft.com/office/drawing/2014/main" id="{9BA0C349-E0B2-6539-EED6-C6551D71F4DD}"/>
              </a:ext>
            </a:extLst>
          </p:cNvPr>
          <p:cNvSpPr>
            <a:spLocks noGrp="1"/>
          </p:cNvSpPr>
          <p:nvPr>
            <p:ph type="dt" sz="half" idx="10"/>
          </p:nvPr>
        </p:nvSpPr>
        <p:spPr/>
        <p:txBody>
          <a:bodyPr/>
          <a:lstStyle/>
          <a:p>
            <a:fld id="{A5E3EB01-3258-4CD2-B78F-35859D007735}" type="datetime1">
              <a:rPr lang="en-US" smtClean="0"/>
              <a:t>7/20/2026</a:t>
            </a:fld>
            <a:endParaRPr lang="en-US"/>
          </a:p>
        </p:txBody>
      </p:sp>
      <p:sp>
        <p:nvSpPr>
          <p:cNvPr id="7" name="Slide Number Placeholder 6">
            <a:extLst>
              <a:ext uri="{FF2B5EF4-FFF2-40B4-BE49-F238E27FC236}">
                <a16:creationId xmlns:a16="http://schemas.microsoft.com/office/drawing/2014/main" id="{0E8E09F8-82EE-9E77-F06F-20C1A4977498}"/>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430887"/>
          </a:xfrm>
          <a:prstGeom prst="rect">
            <a:avLst/>
          </a:prstGeom>
          <a:noFill/>
        </p:spPr>
        <p:txBody>
          <a:bodyPr wrap="square">
            <a:spAutoFit/>
          </a:bodyPr>
          <a:lstStyle/>
          <a:p>
            <a:r>
              <a:rPr lang="en-US" sz="2200" b="1" i="1" dirty="0">
                <a:solidFill>
                  <a:srgbClr val="B0B7C3"/>
                </a:solidFill>
              </a:rPr>
              <a:t>In terms of franchise fandom FATAL FURY </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S17 — Franchise fandom (TB &amp; T2B)</a:t>
            </a:r>
          </a:p>
        </p:txBody>
      </p:sp>
      <p:pic>
        <p:nvPicPr>
          <p:cNvPr id="4" name="Picture 3" descr="S17_vg2.png"/>
          <p:cNvPicPr>
            <a:picLocks noChangeAspect="1"/>
          </p:cNvPicPr>
          <p:nvPr/>
        </p:nvPicPr>
        <p:blipFill>
          <a:blip r:embed="rId2"/>
          <a:stretch>
            <a:fillRect/>
          </a:stretch>
        </p:blipFill>
        <p:spPr>
          <a:xfrm>
            <a:off x="1749754" y="1447803"/>
            <a:ext cx="8753452"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Base = aware of title (VGFRAN1 P1–P3); bases differ per title. Pooled: mean of the 6 test administrations (same 998 personas re-answered per test).  |  Synthetic audience (model-simulated archetypes) — directional read, not fielded quant.</a:t>
            </a:r>
          </a:p>
        </p:txBody>
      </p:sp>
      <p:sp>
        <p:nvSpPr>
          <p:cNvPr id="6" name="Date Placeholder 5">
            <a:extLst>
              <a:ext uri="{FF2B5EF4-FFF2-40B4-BE49-F238E27FC236}">
                <a16:creationId xmlns:a16="http://schemas.microsoft.com/office/drawing/2014/main" id="{309CF687-AE7F-5852-9EEE-E0B87342543D}"/>
              </a:ext>
            </a:extLst>
          </p:cNvPr>
          <p:cNvSpPr>
            <a:spLocks noGrp="1"/>
          </p:cNvSpPr>
          <p:nvPr>
            <p:ph type="dt" sz="half" idx="10"/>
          </p:nvPr>
        </p:nvSpPr>
        <p:spPr/>
        <p:txBody>
          <a:bodyPr/>
          <a:lstStyle/>
          <a:p>
            <a:fld id="{E2090A4F-AF36-4A9F-9BD0-7ECE5589F9B0}" type="datetime1">
              <a:rPr lang="en-US" smtClean="0"/>
              <a:t>7/20/2026</a:t>
            </a:fld>
            <a:endParaRPr lang="en-US"/>
          </a:p>
        </p:txBody>
      </p:sp>
      <p:sp>
        <p:nvSpPr>
          <p:cNvPr id="7" name="Slide Number Placeholder 6">
            <a:extLst>
              <a:ext uri="{FF2B5EF4-FFF2-40B4-BE49-F238E27FC236}">
                <a16:creationId xmlns:a16="http://schemas.microsoft.com/office/drawing/2014/main" id="{7960F69A-6066-3A17-31A5-35683DD253D5}"/>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769441"/>
          </a:xfrm>
          <a:prstGeom prst="rect">
            <a:avLst/>
          </a:prstGeom>
          <a:noFill/>
        </p:spPr>
        <p:txBody>
          <a:bodyPr wrap="square">
            <a:spAutoFit/>
          </a:bodyPr>
          <a:lstStyle/>
          <a:p>
            <a:r>
              <a:rPr lang="en-US" sz="2200" b="1" i="1" dirty="0">
                <a:solidFill>
                  <a:srgbClr val="B0B7C3"/>
                </a:solidFill>
              </a:rPr>
              <a:t>Interestingly, even though FATAL FURY was not #1 in the fandom rankings, it did come in as the game respondents most wanted to see most made into a theatrical movie </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S18 — Interest in movie based on game (TB only)</a:t>
            </a:r>
          </a:p>
        </p:txBody>
      </p:sp>
      <p:pic>
        <p:nvPicPr>
          <p:cNvPr id="4" name="Picture 3" descr="S18_vg3.png"/>
          <p:cNvPicPr>
            <a:picLocks noChangeAspect="1"/>
          </p:cNvPicPr>
          <p:nvPr/>
        </p:nvPicPr>
        <p:blipFill>
          <a:blip r:embed="rId2"/>
          <a:stretch>
            <a:fillRect/>
          </a:stretch>
        </p:blipFill>
        <p:spPr>
          <a:xfrm>
            <a:off x="1904936" y="1420476"/>
            <a:ext cx="8381822"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TB = "Definitely interested". Pooled: mean of the 6 test administrations (same 998 personas re-answered per test).  |  Synthetic audience (model-simulated archetypes) — directional read, not fielded quant.</a:t>
            </a:r>
          </a:p>
        </p:txBody>
      </p:sp>
      <p:sp>
        <p:nvSpPr>
          <p:cNvPr id="6" name="Date Placeholder 5">
            <a:extLst>
              <a:ext uri="{FF2B5EF4-FFF2-40B4-BE49-F238E27FC236}">
                <a16:creationId xmlns:a16="http://schemas.microsoft.com/office/drawing/2014/main" id="{36FB11E8-721D-5147-1975-95570B95BB79}"/>
              </a:ext>
            </a:extLst>
          </p:cNvPr>
          <p:cNvSpPr>
            <a:spLocks noGrp="1"/>
          </p:cNvSpPr>
          <p:nvPr>
            <p:ph type="dt" sz="half" idx="10"/>
          </p:nvPr>
        </p:nvSpPr>
        <p:spPr/>
        <p:txBody>
          <a:bodyPr/>
          <a:lstStyle/>
          <a:p>
            <a:fld id="{A69748F8-A066-4042-8DEC-7576637FF3D3}" type="datetime1">
              <a:rPr lang="en-US" smtClean="0"/>
              <a:t>7/20/2026</a:t>
            </a:fld>
            <a:endParaRPr lang="en-US"/>
          </a:p>
        </p:txBody>
      </p:sp>
      <p:sp>
        <p:nvSpPr>
          <p:cNvPr id="7" name="Slide Number Placeholder 6">
            <a:extLst>
              <a:ext uri="{FF2B5EF4-FFF2-40B4-BE49-F238E27FC236}">
                <a16:creationId xmlns:a16="http://schemas.microsoft.com/office/drawing/2014/main" id="{B436396F-0E56-7251-09DE-14ECB39908FA}"/>
              </a:ext>
            </a:extLst>
          </p:cNvPr>
          <p:cNvSpPr>
            <a:spLocks noGrp="1"/>
          </p:cNvSpPr>
          <p:nvPr>
            <p:ph type="sldNum" sz="quarter" idx="12"/>
          </p:nvPr>
        </p:nvSpPr>
        <p:spPr/>
        <p:txBody>
          <a:bodyPr/>
          <a:lstStyle/>
          <a:p>
            <a:fld id="{C1FF6DA9-008F-8B48-92A6-B652298478BF}"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0A3B04A5-4B27-B800-AE45-2F4583931FE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5C1050-D2BD-9DB6-C7A8-F0F9FAA8292C}"/>
              </a:ext>
            </a:extLst>
          </p:cNvPr>
          <p:cNvSpPr txBox="1"/>
          <p:nvPr/>
        </p:nvSpPr>
        <p:spPr>
          <a:xfrm>
            <a:off x="838200" y="1103586"/>
            <a:ext cx="10515600" cy="707886"/>
          </a:xfrm>
          <a:prstGeom prst="rect">
            <a:avLst/>
          </a:prstGeom>
          <a:noFill/>
        </p:spPr>
        <p:txBody>
          <a:bodyPr wrap="square">
            <a:spAutoFit/>
          </a:bodyPr>
          <a:lstStyle/>
          <a:p>
            <a:r>
              <a:rPr sz="4000" b="1" i="0" dirty="0">
                <a:solidFill>
                  <a:srgbClr val="FFFFFF"/>
                </a:solidFill>
              </a:rPr>
              <a:t>ARENA Fatal Fury — Concept Test Chart</a:t>
            </a:r>
            <a:r>
              <a:rPr lang="en-US" sz="4000" b="1" i="0" dirty="0">
                <a:solidFill>
                  <a:srgbClr val="FFFFFF"/>
                </a:solidFill>
              </a:rPr>
              <a:t>s/Report</a:t>
            </a:r>
            <a:endParaRPr sz="4000" b="1" i="0" dirty="0">
              <a:solidFill>
                <a:srgbClr val="FFFFFF"/>
              </a:solidFill>
            </a:endParaRPr>
          </a:p>
        </p:txBody>
      </p:sp>
      <p:sp>
        <p:nvSpPr>
          <p:cNvPr id="3" name="TextBox 2">
            <a:extLst>
              <a:ext uri="{FF2B5EF4-FFF2-40B4-BE49-F238E27FC236}">
                <a16:creationId xmlns:a16="http://schemas.microsoft.com/office/drawing/2014/main" id="{28733AC9-69EF-9994-AAB4-2482B2CA47F6}"/>
              </a:ext>
            </a:extLst>
          </p:cNvPr>
          <p:cNvSpPr txBox="1"/>
          <p:nvPr/>
        </p:nvSpPr>
        <p:spPr>
          <a:xfrm>
            <a:off x="822960" y="3291840"/>
            <a:ext cx="10515600" cy="1692771"/>
          </a:xfrm>
          <a:prstGeom prst="rect">
            <a:avLst/>
          </a:prstGeom>
          <a:noFill/>
        </p:spPr>
        <p:txBody>
          <a:bodyPr wrap="square">
            <a:spAutoFit/>
          </a:bodyPr>
          <a:lstStyle/>
          <a:p>
            <a:pPr algn="ctr"/>
            <a:r>
              <a:rPr lang="en-US" sz="3600" b="1" i="0" dirty="0">
                <a:solidFill>
                  <a:srgbClr val="CADCFC"/>
                </a:solidFill>
              </a:rPr>
              <a:t>Media Contest Test Results: Goyer Vs Sheridan</a:t>
            </a:r>
            <a:br>
              <a:rPr lang="en-US" sz="3600" b="1" i="0" dirty="0">
                <a:solidFill>
                  <a:srgbClr val="CADCFC"/>
                </a:solidFill>
              </a:rPr>
            </a:br>
            <a:endParaRPr lang="en-US" sz="3600" b="1" i="0" dirty="0">
              <a:solidFill>
                <a:srgbClr val="CADCFC"/>
              </a:solidFill>
            </a:endParaRPr>
          </a:p>
          <a:p>
            <a:pPr algn="ctr"/>
            <a:r>
              <a:rPr lang="en-US" sz="3200" dirty="0">
                <a:solidFill>
                  <a:srgbClr val="CADCFC"/>
                </a:solidFill>
              </a:rPr>
              <a:t>Three Different Versions tested: Written, Audio, Video</a:t>
            </a:r>
            <a:endParaRPr sz="3200" i="0" dirty="0">
              <a:solidFill>
                <a:srgbClr val="CADCFC"/>
              </a:solidFill>
            </a:endParaRPr>
          </a:p>
        </p:txBody>
      </p:sp>
      <p:sp>
        <p:nvSpPr>
          <p:cNvPr id="5" name="Date Placeholder 4">
            <a:extLst>
              <a:ext uri="{FF2B5EF4-FFF2-40B4-BE49-F238E27FC236}">
                <a16:creationId xmlns:a16="http://schemas.microsoft.com/office/drawing/2014/main" id="{CA111825-A2E4-55F0-95FE-AA8FAE9D88F0}"/>
              </a:ext>
            </a:extLst>
          </p:cNvPr>
          <p:cNvSpPr>
            <a:spLocks noGrp="1"/>
          </p:cNvSpPr>
          <p:nvPr>
            <p:ph type="dt" sz="half" idx="10"/>
          </p:nvPr>
        </p:nvSpPr>
        <p:spPr/>
        <p:txBody>
          <a:bodyPr/>
          <a:lstStyle/>
          <a:p>
            <a:fld id="{CF18CE1C-635B-493B-BAC3-8FD5B363DCCD}" type="datetime1">
              <a:rPr lang="en-US" smtClean="0"/>
              <a:t>7/20/2026</a:t>
            </a:fld>
            <a:endParaRPr lang="en-US"/>
          </a:p>
        </p:txBody>
      </p:sp>
      <p:sp>
        <p:nvSpPr>
          <p:cNvPr id="6" name="Slide Number Placeholder 5">
            <a:extLst>
              <a:ext uri="{FF2B5EF4-FFF2-40B4-BE49-F238E27FC236}">
                <a16:creationId xmlns:a16="http://schemas.microsoft.com/office/drawing/2014/main" id="{CE6FFB7C-6C0B-944F-FEBC-4F4D852FD9EC}"/>
              </a:ext>
            </a:extLst>
          </p:cNvPr>
          <p:cNvSpPr>
            <a:spLocks noGrp="1"/>
          </p:cNvSpPr>
          <p:nvPr>
            <p:ph type="sldNum" sz="quarter" idx="12"/>
          </p:nvPr>
        </p:nvSpPr>
        <p:spPr/>
        <p:txBody>
          <a:bodyPr/>
          <a:lstStyle/>
          <a:p>
            <a:fld id="{C1FF6DA9-008F-8B48-92A6-B652298478BF}" type="slidenum">
              <a:rPr lang="en-US" smtClean="0"/>
              <a:t>24</a:t>
            </a:fld>
            <a:endParaRPr lang="en-US"/>
          </a:p>
        </p:txBody>
      </p:sp>
    </p:spTree>
    <p:extLst>
      <p:ext uri="{BB962C8B-B14F-4D97-AF65-F5344CB8AC3E}">
        <p14:creationId xmlns:p14="http://schemas.microsoft.com/office/powerpoint/2010/main" val="2541824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769441"/>
          </a:xfrm>
          <a:prstGeom prst="rect">
            <a:avLst/>
          </a:prstGeom>
          <a:noFill/>
        </p:spPr>
        <p:txBody>
          <a:bodyPr wrap="square">
            <a:spAutoFit/>
          </a:bodyPr>
          <a:lstStyle/>
          <a:p>
            <a:r>
              <a:rPr lang="en-US" sz="2200" b="1" i="1" dirty="0">
                <a:solidFill>
                  <a:srgbClr val="B0B7C3"/>
                </a:solidFill>
              </a:rPr>
              <a:t>Overall, Audio scored highest, with Sheridan version scoring significantly higher than Goyer looking only at the 1</a:t>
            </a:r>
            <a:r>
              <a:rPr lang="en-US" sz="2200" b="1" i="1" baseline="30000" dirty="0">
                <a:solidFill>
                  <a:srgbClr val="B0B7C3"/>
                </a:solidFill>
              </a:rPr>
              <a:t>st</a:t>
            </a:r>
            <a:r>
              <a:rPr lang="en-US" sz="2200" b="1" i="1" dirty="0">
                <a:solidFill>
                  <a:srgbClr val="B0B7C3"/>
                </a:solidFill>
              </a:rPr>
              <a:t> exposure</a:t>
            </a:r>
            <a:endParaRPr sz="2200" b="1" i="1" dirty="0">
              <a:solidFill>
                <a:srgbClr val="B0B7C3"/>
              </a:solidFill>
            </a:endParaRP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C1 — POST</a:t>
            </a:r>
            <a:r>
              <a:rPr lang="en-US" sz="1600" b="1" i="0" dirty="0">
                <a:solidFill>
                  <a:srgbClr val="6B7280"/>
                </a:solidFill>
              </a:rPr>
              <a:t> </a:t>
            </a:r>
            <a:r>
              <a:rPr sz="1600" b="1" i="0" dirty="0">
                <a:solidFill>
                  <a:srgbClr val="6B7280"/>
                </a:solidFill>
              </a:rPr>
              <a:t>INT</a:t>
            </a:r>
            <a:r>
              <a:rPr lang="en-US" sz="1600" b="1" i="0" dirty="0">
                <a:solidFill>
                  <a:srgbClr val="6B7280"/>
                </a:solidFill>
              </a:rPr>
              <a:t>EREST</a:t>
            </a:r>
            <a:r>
              <a:rPr sz="1600" b="1" i="0" dirty="0">
                <a:solidFill>
                  <a:srgbClr val="6B7280"/>
                </a:solidFill>
              </a:rPr>
              <a:t>: </a:t>
            </a:r>
            <a:r>
              <a:rPr lang="en-US" sz="1600" b="1" i="0" dirty="0">
                <a:solidFill>
                  <a:srgbClr val="6B7280"/>
                </a:solidFill>
              </a:rPr>
              <a:t>I</a:t>
            </a:r>
            <a:r>
              <a:rPr sz="1600" b="1" i="0" dirty="0">
                <a:solidFill>
                  <a:srgbClr val="6B7280"/>
                </a:solidFill>
              </a:rPr>
              <a:t>nterest in seeing this movie </a:t>
            </a:r>
            <a:r>
              <a:rPr lang="en-US" sz="1600" b="1" i="0" dirty="0">
                <a:solidFill>
                  <a:srgbClr val="6B7280"/>
                </a:solidFill>
              </a:rPr>
              <a:t>by only 1</a:t>
            </a:r>
            <a:r>
              <a:rPr lang="en-US" sz="1600" b="1" i="0" baseline="30000" dirty="0">
                <a:solidFill>
                  <a:srgbClr val="6B7280"/>
                </a:solidFill>
              </a:rPr>
              <a:t>st</a:t>
            </a:r>
            <a:r>
              <a:rPr lang="en-US" sz="1600" b="1" i="0" dirty="0">
                <a:solidFill>
                  <a:srgbClr val="6B7280"/>
                </a:solidFill>
              </a:rPr>
              <a:t> position base </a:t>
            </a:r>
            <a:r>
              <a:rPr sz="1600" b="1" i="0" dirty="0">
                <a:solidFill>
                  <a:srgbClr val="6B7280"/>
                </a:solidFill>
              </a:rPr>
              <a:t>(all answers + T2B)</a:t>
            </a:r>
          </a:p>
        </p:txBody>
      </p:sp>
      <p:pic>
        <p:nvPicPr>
          <p:cNvPr id="4" name="Picture 3" descr="C1_postint.png"/>
          <p:cNvPicPr>
            <a:picLocks noChangeAspect="1"/>
          </p:cNvPicPr>
          <p:nvPr/>
        </p:nvPicPr>
        <p:blipFill>
          <a:blip r:embed="rId2"/>
          <a:stretch>
            <a:fillRect/>
          </a:stretch>
        </p:blipFill>
        <p:spPr>
          <a:xfrm>
            <a:off x="917244" y="1325879"/>
            <a:ext cx="10357206"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Base: all answering POSTINT per test. Within-subject: the same 998 personas sit in every test — series are not independent samples.  |  Synthetic audience (model-simulated archetypes) — directional read, not fielded quant.</a:t>
            </a:r>
          </a:p>
        </p:txBody>
      </p:sp>
      <p:sp>
        <p:nvSpPr>
          <p:cNvPr id="6" name="Date Placeholder 5">
            <a:extLst>
              <a:ext uri="{FF2B5EF4-FFF2-40B4-BE49-F238E27FC236}">
                <a16:creationId xmlns:a16="http://schemas.microsoft.com/office/drawing/2014/main" id="{0D977D50-0A8A-36BE-259C-3643827C3C05}"/>
              </a:ext>
            </a:extLst>
          </p:cNvPr>
          <p:cNvSpPr>
            <a:spLocks noGrp="1"/>
          </p:cNvSpPr>
          <p:nvPr>
            <p:ph type="dt" sz="half" idx="10"/>
          </p:nvPr>
        </p:nvSpPr>
        <p:spPr/>
        <p:txBody>
          <a:bodyPr/>
          <a:lstStyle/>
          <a:p>
            <a:fld id="{46E07988-1D6B-4589-A0CE-9E8F78F9EA70}" type="datetime1">
              <a:rPr lang="en-US" smtClean="0"/>
              <a:t>7/20/2026</a:t>
            </a:fld>
            <a:endParaRPr lang="en-US"/>
          </a:p>
        </p:txBody>
      </p:sp>
      <p:sp>
        <p:nvSpPr>
          <p:cNvPr id="7" name="Slide Number Placeholder 6">
            <a:extLst>
              <a:ext uri="{FF2B5EF4-FFF2-40B4-BE49-F238E27FC236}">
                <a16:creationId xmlns:a16="http://schemas.microsoft.com/office/drawing/2014/main" id="{7D893B2F-1B91-452E-4374-90F3CAA46AE6}"/>
              </a:ext>
            </a:extLst>
          </p:cNvPr>
          <p:cNvSpPr>
            <a:spLocks noGrp="1"/>
          </p:cNvSpPr>
          <p:nvPr>
            <p:ph type="sldNum" sz="quarter" idx="12"/>
          </p:nvPr>
        </p:nvSpPr>
        <p:spPr/>
        <p:txBody>
          <a:bodyPr/>
          <a:lstStyle/>
          <a:p>
            <a:fld id="{C1FF6DA9-008F-8B48-92A6-B652298478BF}" type="slidenum">
              <a:rPr lang="en-US" smtClean="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C1b — POST</a:t>
            </a:r>
            <a:r>
              <a:rPr lang="en-US" sz="1600" b="1" i="0" dirty="0">
                <a:solidFill>
                  <a:srgbClr val="6B7280"/>
                </a:solidFill>
              </a:rPr>
              <a:t> </a:t>
            </a:r>
            <a:r>
              <a:rPr sz="1600" b="1" i="0" dirty="0">
                <a:solidFill>
                  <a:srgbClr val="6B7280"/>
                </a:solidFill>
              </a:rPr>
              <a:t>INT</a:t>
            </a:r>
            <a:r>
              <a:rPr lang="en-US" sz="1600" b="1" i="0" dirty="0">
                <a:solidFill>
                  <a:srgbClr val="6B7280"/>
                </a:solidFill>
              </a:rPr>
              <a:t>EREST:</a:t>
            </a:r>
            <a:r>
              <a:rPr sz="1600" b="1" i="0" dirty="0">
                <a:solidFill>
                  <a:srgbClr val="6B7280"/>
                </a:solidFill>
              </a:rPr>
              <a:t> top box by concept position</a:t>
            </a:r>
          </a:p>
        </p:txBody>
      </p:sp>
      <p:pic>
        <p:nvPicPr>
          <p:cNvPr id="4" name="Picture 3" descr="C1b_postint_positions.png"/>
          <p:cNvPicPr>
            <a:picLocks noChangeAspect="1"/>
          </p:cNvPicPr>
          <p:nvPr/>
        </p:nvPicPr>
        <p:blipFill>
          <a:blip r:embed="rId2"/>
          <a:stretch>
            <a:fillRect/>
          </a:stretch>
        </p:blipFill>
        <p:spPr>
          <a:xfrm>
            <a:off x="1181731" y="1404710"/>
            <a:ext cx="9828231"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1st = saw this concept before the other. Within-subject: the same 998 personas sit in every test — series are not independent samples.  |  Synthetic audience (model-simulated archetypes) — directional read, not fielded quant.</a:t>
            </a:r>
          </a:p>
        </p:txBody>
      </p:sp>
      <p:sp>
        <p:nvSpPr>
          <p:cNvPr id="6" name="Date Placeholder 5">
            <a:extLst>
              <a:ext uri="{FF2B5EF4-FFF2-40B4-BE49-F238E27FC236}">
                <a16:creationId xmlns:a16="http://schemas.microsoft.com/office/drawing/2014/main" id="{996B8980-F077-A47E-6BC0-4E50DF76D531}"/>
              </a:ext>
            </a:extLst>
          </p:cNvPr>
          <p:cNvSpPr>
            <a:spLocks noGrp="1"/>
          </p:cNvSpPr>
          <p:nvPr>
            <p:ph type="dt" sz="half" idx="10"/>
          </p:nvPr>
        </p:nvSpPr>
        <p:spPr/>
        <p:txBody>
          <a:bodyPr/>
          <a:lstStyle/>
          <a:p>
            <a:fld id="{61EB1246-F729-4E02-831B-9F78DA8E6FAD}" type="datetime1">
              <a:rPr lang="en-US" smtClean="0"/>
              <a:t>7/20/2026</a:t>
            </a:fld>
            <a:endParaRPr lang="en-US"/>
          </a:p>
        </p:txBody>
      </p:sp>
      <p:sp>
        <p:nvSpPr>
          <p:cNvPr id="7" name="Slide Number Placeholder 6">
            <a:extLst>
              <a:ext uri="{FF2B5EF4-FFF2-40B4-BE49-F238E27FC236}">
                <a16:creationId xmlns:a16="http://schemas.microsoft.com/office/drawing/2014/main" id="{EFCE21F0-DDCA-E64B-1227-FABCF0C43410}"/>
              </a:ext>
            </a:extLst>
          </p:cNvPr>
          <p:cNvSpPr>
            <a:spLocks noGrp="1"/>
          </p:cNvSpPr>
          <p:nvPr>
            <p:ph type="sldNum" sz="quarter" idx="12"/>
          </p:nvPr>
        </p:nvSpPr>
        <p:spPr/>
        <p:txBody>
          <a:bodyPr/>
          <a:lstStyle/>
          <a:p>
            <a:fld id="{C1FF6DA9-008F-8B48-92A6-B652298478BF}"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C2 — LIKE: what they expect to like — OPTION B: themes</a:t>
            </a:r>
          </a:p>
        </p:txBody>
      </p:sp>
      <p:pic>
        <p:nvPicPr>
          <p:cNvPr id="4" name="Picture 3" descr="C2_like.png"/>
          <p:cNvPicPr>
            <a:picLocks noChangeAspect="1"/>
          </p:cNvPicPr>
          <p:nvPr/>
        </p:nvPicPr>
        <p:blipFill>
          <a:blip r:embed="rId2"/>
          <a:stretch>
            <a:fillRect/>
          </a:stretch>
        </p:blipFill>
        <p:spPr>
          <a:xfrm>
            <a:off x="518007" y="1345150"/>
            <a:ext cx="11155679" cy="4853498"/>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Keyword-coded themes (approximate, deterministic; % of verbatims mentioning theme; multi-tag). Pick B or the verbatim board (next slide).  |  Synthetic audience (model-simulated archetypes) — directional read, not fielded quant.</a:t>
            </a:r>
          </a:p>
        </p:txBody>
      </p:sp>
      <p:sp>
        <p:nvSpPr>
          <p:cNvPr id="6" name="Date Placeholder 5">
            <a:extLst>
              <a:ext uri="{FF2B5EF4-FFF2-40B4-BE49-F238E27FC236}">
                <a16:creationId xmlns:a16="http://schemas.microsoft.com/office/drawing/2014/main" id="{A5E15FC7-8350-451A-1480-E8067F6C5FF4}"/>
              </a:ext>
            </a:extLst>
          </p:cNvPr>
          <p:cNvSpPr>
            <a:spLocks noGrp="1"/>
          </p:cNvSpPr>
          <p:nvPr>
            <p:ph type="dt" sz="half" idx="10"/>
          </p:nvPr>
        </p:nvSpPr>
        <p:spPr/>
        <p:txBody>
          <a:bodyPr/>
          <a:lstStyle/>
          <a:p>
            <a:fld id="{4D050B39-5501-4A7B-9DFA-C6E25A0D783B}" type="datetime1">
              <a:rPr lang="en-US" smtClean="0"/>
              <a:t>7/20/2026</a:t>
            </a:fld>
            <a:endParaRPr lang="en-US"/>
          </a:p>
        </p:txBody>
      </p:sp>
      <p:sp>
        <p:nvSpPr>
          <p:cNvPr id="7" name="Slide Number Placeholder 6">
            <a:extLst>
              <a:ext uri="{FF2B5EF4-FFF2-40B4-BE49-F238E27FC236}">
                <a16:creationId xmlns:a16="http://schemas.microsoft.com/office/drawing/2014/main" id="{C6772047-1158-83A7-E8BB-9B25339FE89B}"/>
              </a:ext>
            </a:extLst>
          </p:cNvPr>
          <p:cNvSpPr>
            <a:spLocks noGrp="1"/>
          </p:cNvSpPr>
          <p:nvPr>
            <p:ph type="sldNum" sz="quarter" idx="12"/>
          </p:nvPr>
        </p:nvSpPr>
        <p:spPr/>
        <p:txBody>
          <a:bodyPr/>
          <a:lstStyle/>
          <a:p>
            <a:fld id="{C1FF6DA9-008F-8B48-92A6-B652298478BF}"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C2v — LIKE — OPTION A: verbatim board</a:t>
            </a:r>
          </a:p>
        </p:txBody>
      </p:sp>
      <p:sp>
        <p:nvSpPr>
          <p:cNvPr id="4" name="TextBox 3"/>
          <p:cNvSpPr txBox="1"/>
          <p:nvPr/>
        </p:nvSpPr>
        <p:spPr>
          <a:xfrm>
            <a:off x="548640" y="1529260"/>
            <a:ext cx="5394960" cy="365760"/>
          </a:xfrm>
          <a:prstGeom prst="rect">
            <a:avLst/>
          </a:prstGeom>
          <a:noFill/>
        </p:spPr>
        <p:txBody>
          <a:bodyPr wrap="square">
            <a:spAutoFit/>
          </a:bodyPr>
          <a:lstStyle/>
          <a:p>
            <a:r>
              <a:rPr sz="1400" b="1" i="0">
                <a:solidFill>
                  <a:srgbClr val="1E2761"/>
                </a:solidFill>
              </a:rPr>
              <a:t>Goyer</a:t>
            </a:r>
          </a:p>
        </p:txBody>
      </p:sp>
      <p:sp>
        <p:nvSpPr>
          <p:cNvPr id="5" name="TextBox 4"/>
          <p:cNvSpPr txBox="1"/>
          <p:nvPr/>
        </p:nvSpPr>
        <p:spPr>
          <a:xfrm>
            <a:off x="685800" y="1986460"/>
            <a:ext cx="5257800" cy="600164"/>
          </a:xfrm>
          <a:prstGeom prst="rect">
            <a:avLst/>
          </a:prstGeom>
          <a:noFill/>
        </p:spPr>
        <p:txBody>
          <a:bodyPr wrap="square">
            <a:spAutoFit/>
          </a:bodyPr>
          <a:lstStyle/>
          <a:p>
            <a:r>
              <a:rPr sz="1100" b="0" i="1">
                <a:solidFill>
                  <a:srgbClr val="1F2937"/>
                </a:solidFill>
              </a:rPr>
              <a:t>“[Written] I love the setup of Terry returning on the anniversary and setting a watch. It feels very structured. The dark-web tournament aspect makes it modern, and the brother vs. brother fight with Andy adds good emotional wei…”</a:t>
            </a:r>
          </a:p>
        </p:txBody>
      </p:sp>
      <p:sp>
        <p:nvSpPr>
          <p:cNvPr id="6" name="TextBox 5"/>
          <p:cNvSpPr txBox="1"/>
          <p:nvPr/>
        </p:nvSpPr>
        <p:spPr>
          <a:xfrm>
            <a:off x="685800" y="2736268"/>
            <a:ext cx="5257800" cy="430887"/>
          </a:xfrm>
          <a:prstGeom prst="rect">
            <a:avLst/>
          </a:prstGeom>
          <a:noFill/>
        </p:spPr>
        <p:txBody>
          <a:bodyPr wrap="square">
            <a:spAutoFit/>
          </a:bodyPr>
          <a:lstStyle/>
          <a:p>
            <a:r>
              <a:rPr sz="1100" b="0" i="1">
                <a:solidFill>
                  <a:srgbClr val="1F2937"/>
                </a:solidFill>
              </a:rPr>
              <a:t>“[Written] The brother versus brother fight where Terry flatlines. That sounds heartbreaking and intense, exactly the kind of drama that pulls me in.”</a:t>
            </a:r>
          </a:p>
        </p:txBody>
      </p:sp>
      <p:sp>
        <p:nvSpPr>
          <p:cNvPr id="7" name="TextBox 6"/>
          <p:cNvSpPr txBox="1"/>
          <p:nvPr/>
        </p:nvSpPr>
        <p:spPr>
          <a:xfrm>
            <a:off x="685800" y="3328415"/>
            <a:ext cx="5257800" cy="600164"/>
          </a:xfrm>
          <a:prstGeom prst="rect">
            <a:avLst/>
          </a:prstGeom>
          <a:noFill/>
        </p:spPr>
        <p:txBody>
          <a:bodyPr wrap="square">
            <a:spAutoFit/>
          </a:bodyPr>
          <a:lstStyle/>
          <a:p>
            <a:r>
              <a:rPr sz="1100" b="0" i="1">
                <a:solidFill>
                  <a:srgbClr val="1F2937"/>
                </a:solidFill>
              </a:rPr>
              <a:t>“[Audio] The fight scenes sound brutal and creative. Using a broken chain or a piece of coral as a weapon? That's awesome. I also liked the modern touches with the UI health bars and the AR filters for the broadcast.”</a:t>
            </a:r>
          </a:p>
        </p:txBody>
      </p:sp>
      <p:sp>
        <p:nvSpPr>
          <p:cNvPr id="8" name="TextBox 7"/>
          <p:cNvSpPr txBox="1"/>
          <p:nvPr/>
        </p:nvSpPr>
        <p:spPr>
          <a:xfrm>
            <a:off x="685800" y="4078224"/>
            <a:ext cx="5257800" cy="600164"/>
          </a:xfrm>
          <a:prstGeom prst="rect">
            <a:avLst/>
          </a:prstGeom>
          <a:noFill/>
        </p:spPr>
        <p:txBody>
          <a:bodyPr wrap="square">
            <a:spAutoFit/>
          </a:bodyPr>
          <a:lstStyle/>
          <a:p>
            <a:r>
              <a:rPr sz="1100" b="0" i="1">
                <a:solidFill>
                  <a:srgbClr val="1F2937"/>
                </a:solidFill>
              </a:rPr>
              <a:t>“[Audio] [rubs temples] The raw, physical violence. Terry snapping that biker's arm, the DDT onto the pavement. And acknowledging the cyclone kick. The actual combat sounds like they respect the source.”</a:t>
            </a:r>
          </a:p>
        </p:txBody>
      </p:sp>
      <p:sp>
        <p:nvSpPr>
          <p:cNvPr id="9" name="TextBox 8"/>
          <p:cNvSpPr txBox="1"/>
          <p:nvPr/>
        </p:nvSpPr>
        <p:spPr>
          <a:xfrm>
            <a:off x="685800" y="4828032"/>
            <a:ext cx="5257800" cy="430887"/>
          </a:xfrm>
          <a:prstGeom prst="rect">
            <a:avLst/>
          </a:prstGeom>
          <a:noFill/>
        </p:spPr>
        <p:txBody>
          <a:bodyPr wrap="square">
            <a:spAutoFit/>
          </a:bodyPr>
          <a:lstStyle/>
          <a:p>
            <a:r>
              <a:rPr sz="1100" b="0" i="1">
                <a:solidFill>
                  <a:srgbClr val="1F2937"/>
                </a:solidFill>
              </a:rPr>
              <a:t>“[Video] The John Wick meets Mad Max pacing. Relentless forward movement. My brain won't have time to get bored. [stretches back]”</a:t>
            </a:r>
          </a:p>
        </p:txBody>
      </p:sp>
      <p:sp>
        <p:nvSpPr>
          <p:cNvPr id="10" name="TextBox 9"/>
          <p:cNvSpPr txBox="1"/>
          <p:nvPr/>
        </p:nvSpPr>
        <p:spPr>
          <a:xfrm>
            <a:off x="685800" y="5577840"/>
            <a:ext cx="5257800" cy="430887"/>
          </a:xfrm>
          <a:prstGeom prst="rect">
            <a:avLst/>
          </a:prstGeom>
          <a:noFill/>
        </p:spPr>
        <p:txBody>
          <a:bodyPr wrap="square">
            <a:spAutoFit/>
          </a:bodyPr>
          <a:lstStyle/>
          <a:p>
            <a:r>
              <a:rPr sz="1100" b="0" i="1">
                <a:solidFill>
                  <a:srgbClr val="1F2937"/>
                </a:solidFill>
              </a:rPr>
              <a:t>“[Video] The real time 100 minutes thing. That means no boring filler, just straight momentum.”</a:t>
            </a:r>
          </a:p>
        </p:txBody>
      </p:sp>
      <p:sp>
        <p:nvSpPr>
          <p:cNvPr id="11" name="TextBox 10"/>
          <p:cNvSpPr txBox="1"/>
          <p:nvPr/>
        </p:nvSpPr>
        <p:spPr>
          <a:xfrm>
            <a:off x="6263640" y="1529260"/>
            <a:ext cx="5394960" cy="365760"/>
          </a:xfrm>
          <a:prstGeom prst="rect">
            <a:avLst/>
          </a:prstGeom>
          <a:noFill/>
        </p:spPr>
        <p:txBody>
          <a:bodyPr wrap="square">
            <a:spAutoFit/>
          </a:bodyPr>
          <a:lstStyle/>
          <a:p>
            <a:r>
              <a:rPr sz="1400" b="1" i="0">
                <a:solidFill>
                  <a:srgbClr val="1E2761"/>
                </a:solidFill>
              </a:rPr>
              <a:t>Sheridan</a:t>
            </a:r>
          </a:p>
        </p:txBody>
      </p:sp>
      <p:sp>
        <p:nvSpPr>
          <p:cNvPr id="12" name="TextBox 11"/>
          <p:cNvSpPr txBox="1"/>
          <p:nvPr/>
        </p:nvSpPr>
        <p:spPr>
          <a:xfrm>
            <a:off x="6400800" y="1986460"/>
            <a:ext cx="5257800" cy="600164"/>
          </a:xfrm>
          <a:prstGeom prst="rect">
            <a:avLst/>
          </a:prstGeom>
          <a:noFill/>
        </p:spPr>
        <p:txBody>
          <a:bodyPr wrap="square">
            <a:spAutoFit/>
          </a:bodyPr>
          <a:lstStyle/>
          <a:p>
            <a:r>
              <a:rPr sz="1100" b="0" i="1">
                <a:solidFill>
                  <a:srgbClr val="1F2937"/>
                </a:solidFill>
              </a:rPr>
              <a:t>“[Written] The MMA style tournament sounds grounded. I like that they're keeping it focused on Terry and Andy trying to get back at Geese for their master. Simple and effective.”</a:t>
            </a:r>
          </a:p>
        </p:txBody>
      </p:sp>
      <p:sp>
        <p:nvSpPr>
          <p:cNvPr id="13" name="TextBox 12"/>
          <p:cNvSpPr txBox="1"/>
          <p:nvPr/>
        </p:nvSpPr>
        <p:spPr>
          <a:xfrm>
            <a:off x="6400800" y="2736268"/>
            <a:ext cx="5257800" cy="430887"/>
          </a:xfrm>
          <a:prstGeom prst="rect">
            <a:avLst/>
          </a:prstGeom>
          <a:noFill/>
        </p:spPr>
        <p:txBody>
          <a:bodyPr wrap="square">
            <a:spAutoFit/>
          </a:bodyPr>
          <a:lstStyle/>
          <a:p>
            <a:r>
              <a:rPr sz="1100" b="0" i="1">
                <a:solidFill>
                  <a:srgbClr val="1F2937"/>
                </a:solidFill>
              </a:rPr>
              <a:t>“[Written] The focus on Terry's global training—boxing, muay thai, jiu jitsu—shows they care about the actual martial arts, not just energy blasts.”</a:t>
            </a:r>
          </a:p>
        </p:txBody>
      </p:sp>
      <p:sp>
        <p:nvSpPr>
          <p:cNvPr id="14" name="TextBox 13"/>
          <p:cNvSpPr txBox="1"/>
          <p:nvPr/>
        </p:nvSpPr>
        <p:spPr>
          <a:xfrm>
            <a:off x="6400800" y="3328415"/>
            <a:ext cx="5257800" cy="430887"/>
          </a:xfrm>
          <a:prstGeom prst="rect">
            <a:avLst/>
          </a:prstGeom>
          <a:noFill/>
        </p:spPr>
        <p:txBody>
          <a:bodyPr wrap="square">
            <a:spAutoFit/>
          </a:bodyPr>
          <a:lstStyle/>
          <a:p>
            <a:r>
              <a:rPr sz="1100" b="0" i="1">
                <a:solidFill>
                  <a:srgbClr val="1F2937"/>
                </a:solidFill>
              </a:rPr>
              <a:t>“[Audio] The bone snapping stuff with the biker gang. Sounded raw. And the whole jet ski chase. Gives off cool old school action vibes.”</a:t>
            </a:r>
          </a:p>
        </p:txBody>
      </p:sp>
      <p:sp>
        <p:nvSpPr>
          <p:cNvPr id="15" name="TextBox 14"/>
          <p:cNvSpPr txBox="1"/>
          <p:nvPr/>
        </p:nvSpPr>
        <p:spPr>
          <a:xfrm>
            <a:off x="6400800" y="4078224"/>
            <a:ext cx="5257800" cy="430887"/>
          </a:xfrm>
          <a:prstGeom prst="rect">
            <a:avLst/>
          </a:prstGeom>
          <a:noFill/>
        </p:spPr>
        <p:txBody>
          <a:bodyPr wrap="square">
            <a:spAutoFit/>
          </a:bodyPr>
          <a:lstStyle/>
          <a:p>
            <a:r>
              <a:rPr sz="1100" b="0" i="1">
                <a:solidFill>
                  <a:srgbClr val="1F2937"/>
                </a:solidFill>
              </a:rPr>
              <a:t>“[Audio] The tactical nature of the combat. Terry calling 911 on the guys he just beat down to flex on Geese is highly efficient storytelling. I like that he operates with a plan.”</a:t>
            </a:r>
          </a:p>
        </p:txBody>
      </p:sp>
      <p:sp>
        <p:nvSpPr>
          <p:cNvPr id="16" name="TextBox 15"/>
          <p:cNvSpPr txBox="1"/>
          <p:nvPr/>
        </p:nvSpPr>
        <p:spPr>
          <a:xfrm>
            <a:off x="6400800" y="4828032"/>
            <a:ext cx="5257800" cy="430887"/>
          </a:xfrm>
          <a:prstGeom prst="rect">
            <a:avLst/>
          </a:prstGeom>
          <a:noFill/>
        </p:spPr>
        <p:txBody>
          <a:bodyPr wrap="square">
            <a:spAutoFit/>
          </a:bodyPr>
          <a:lstStyle/>
          <a:p>
            <a:r>
              <a:rPr sz="1100" b="0" i="1">
                <a:solidFill>
                  <a:srgbClr val="1F2937"/>
                </a:solidFill>
              </a:rPr>
              <a:t>“[Video] The fast-paced action. Terry just wrecking that biker gang in eight seconds sounded amazing. It feels like it has real momentum.”</a:t>
            </a:r>
          </a:p>
        </p:txBody>
      </p:sp>
      <p:sp>
        <p:nvSpPr>
          <p:cNvPr id="17" name="TextBox 16"/>
          <p:cNvSpPr txBox="1"/>
          <p:nvPr/>
        </p:nvSpPr>
        <p:spPr>
          <a:xfrm>
            <a:off x="6400800" y="5577840"/>
            <a:ext cx="5257800" cy="430887"/>
          </a:xfrm>
          <a:prstGeom prst="rect">
            <a:avLst/>
          </a:prstGeom>
          <a:noFill/>
        </p:spPr>
        <p:txBody>
          <a:bodyPr wrap="square">
            <a:spAutoFit/>
          </a:bodyPr>
          <a:lstStyle/>
          <a:p>
            <a:r>
              <a:rPr sz="1100" b="0" i="1">
                <a:solidFill>
                  <a:srgbClr val="1F2937"/>
                </a:solidFill>
              </a:rPr>
              <a:t>“[Video] [yawns] The fight in the alley sounded sick. Breaking arms and stuff. Sounds like it pulls no punches.”</a:t>
            </a:r>
          </a:p>
        </p:txBody>
      </p:sp>
      <p:sp>
        <p:nvSpPr>
          <p:cNvPr id="18" name="TextBox 17"/>
          <p:cNvSpPr txBox="1"/>
          <p:nvPr/>
        </p:nvSpPr>
        <p:spPr>
          <a:xfrm>
            <a:off x="502920" y="6419088"/>
            <a:ext cx="11247120" cy="384048"/>
          </a:xfrm>
          <a:prstGeom prst="rect">
            <a:avLst/>
          </a:prstGeom>
          <a:noFill/>
        </p:spPr>
        <p:txBody>
          <a:bodyPr wrap="square">
            <a:spAutoFit/>
          </a:bodyPr>
          <a:lstStyle/>
          <a:p>
            <a:r>
              <a:rPr sz="850" b="0" i="0">
                <a:solidFill>
                  <a:srgbClr val="8A919E"/>
                </a:solidFill>
              </a:rPr>
              <a:t>Selected verbatims, quoted exactly; 2 per mode per concept. Full verbatims in workbook OE columns.  |  Synthetic audience (model-simulated archetypes) — directional read, not fielded quant.</a:t>
            </a:r>
          </a:p>
        </p:txBody>
      </p:sp>
      <p:sp>
        <p:nvSpPr>
          <p:cNvPr id="19" name="Date Placeholder 18">
            <a:extLst>
              <a:ext uri="{FF2B5EF4-FFF2-40B4-BE49-F238E27FC236}">
                <a16:creationId xmlns:a16="http://schemas.microsoft.com/office/drawing/2014/main" id="{17B1AA84-B634-A159-DF4C-20D9D7B893A3}"/>
              </a:ext>
            </a:extLst>
          </p:cNvPr>
          <p:cNvSpPr>
            <a:spLocks noGrp="1"/>
          </p:cNvSpPr>
          <p:nvPr>
            <p:ph type="dt" sz="half" idx="10"/>
          </p:nvPr>
        </p:nvSpPr>
        <p:spPr/>
        <p:txBody>
          <a:bodyPr/>
          <a:lstStyle/>
          <a:p>
            <a:fld id="{E6A025FA-E903-49AF-918A-A4B18CC3513F}" type="datetime1">
              <a:rPr lang="en-US" smtClean="0"/>
              <a:t>7/20/2026</a:t>
            </a:fld>
            <a:endParaRPr lang="en-US"/>
          </a:p>
        </p:txBody>
      </p:sp>
      <p:sp>
        <p:nvSpPr>
          <p:cNvPr id="20" name="Slide Number Placeholder 19">
            <a:extLst>
              <a:ext uri="{FF2B5EF4-FFF2-40B4-BE49-F238E27FC236}">
                <a16:creationId xmlns:a16="http://schemas.microsoft.com/office/drawing/2014/main" id="{35477E7D-4C6C-EDB0-4CC3-81DE4A83502C}"/>
              </a:ext>
            </a:extLst>
          </p:cNvPr>
          <p:cNvSpPr>
            <a:spLocks noGrp="1"/>
          </p:cNvSpPr>
          <p:nvPr>
            <p:ph type="sldNum" sz="quarter" idx="12"/>
          </p:nvPr>
        </p:nvSpPr>
        <p:spPr/>
        <p:txBody>
          <a:bodyPr/>
          <a:lstStyle/>
          <a:p>
            <a:fld id="{C1FF6DA9-008F-8B48-92A6-B652298478BF}" type="slidenum">
              <a:rPr lang="en-US" smtClean="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C3 — DISLIKE: what holds them back — OPTION B: themes</a:t>
            </a:r>
          </a:p>
        </p:txBody>
      </p:sp>
      <p:pic>
        <p:nvPicPr>
          <p:cNvPr id="4" name="Picture 3" descr="C3_dislike.png"/>
          <p:cNvPicPr>
            <a:picLocks noChangeAspect="1"/>
          </p:cNvPicPr>
          <p:nvPr/>
        </p:nvPicPr>
        <p:blipFill>
          <a:blip r:embed="rId2"/>
          <a:stretch>
            <a:fillRect/>
          </a:stretch>
        </p:blipFill>
        <p:spPr>
          <a:xfrm>
            <a:off x="518007" y="1345150"/>
            <a:ext cx="11155679" cy="4853498"/>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Keyword-coded themes (approximate). Pick B or the verbatim board (next slide).  |  Synthetic audience (model-simulated archetypes) — directional read, not fielded quant.</a:t>
            </a:r>
          </a:p>
        </p:txBody>
      </p:sp>
      <p:sp>
        <p:nvSpPr>
          <p:cNvPr id="6" name="Date Placeholder 5">
            <a:extLst>
              <a:ext uri="{FF2B5EF4-FFF2-40B4-BE49-F238E27FC236}">
                <a16:creationId xmlns:a16="http://schemas.microsoft.com/office/drawing/2014/main" id="{402AF8BD-D0C5-850A-05FA-1002001241F5}"/>
              </a:ext>
            </a:extLst>
          </p:cNvPr>
          <p:cNvSpPr>
            <a:spLocks noGrp="1"/>
          </p:cNvSpPr>
          <p:nvPr>
            <p:ph type="dt" sz="half" idx="10"/>
          </p:nvPr>
        </p:nvSpPr>
        <p:spPr/>
        <p:txBody>
          <a:bodyPr/>
          <a:lstStyle/>
          <a:p>
            <a:fld id="{ECD910E1-A230-49BB-A313-788C0952826C}" type="datetime1">
              <a:rPr lang="en-US" smtClean="0"/>
              <a:t>7/20/2026</a:t>
            </a:fld>
            <a:endParaRPr lang="en-US"/>
          </a:p>
        </p:txBody>
      </p:sp>
      <p:sp>
        <p:nvSpPr>
          <p:cNvPr id="7" name="Slide Number Placeholder 6">
            <a:extLst>
              <a:ext uri="{FF2B5EF4-FFF2-40B4-BE49-F238E27FC236}">
                <a16:creationId xmlns:a16="http://schemas.microsoft.com/office/drawing/2014/main" id="{11E3DC78-BB02-1D6C-9B2B-C1060680BFD7}"/>
              </a:ext>
            </a:extLst>
          </p:cNvPr>
          <p:cNvSpPr>
            <a:spLocks noGrp="1"/>
          </p:cNvSpPr>
          <p:nvPr>
            <p:ph type="sldNum" sz="quarter" idx="12"/>
          </p:nvPr>
        </p:nvSpPr>
        <p:spPr/>
        <p:txBody>
          <a:bodyPr/>
          <a:lstStyle/>
          <a:p>
            <a:fld id="{C1FF6DA9-008F-8B48-92A6-B652298478BF}"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C3v — DISLIKE — OPTION A: verbatim board</a:t>
            </a:r>
          </a:p>
        </p:txBody>
      </p:sp>
      <p:sp>
        <p:nvSpPr>
          <p:cNvPr id="4" name="TextBox 3"/>
          <p:cNvSpPr txBox="1"/>
          <p:nvPr/>
        </p:nvSpPr>
        <p:spPr>
          <a:xfrm>
            <a:off x="548640" y="1529260"/>
            <a:ext cx="5394960" cy="365760"/>
          </a:xfrm>
          <a:prstGeom prst="rect">
            <a:avLst/>
          </a:prstGeom>
          <a:noFill/>
        </p:spPr>
        <p:txBody>
          <a:bodyPr wrap="square">
            <a:spAutoFit/>
          </a:bodyPr>
          <a:lstStyle/>
          <a:p>
            <a:r>
              <a:rPr sz="1400" b="1" i="0">
                <a:solidFill>
                  <a:srgbClr val="1E2761"/>
                </a:solidFill>
              </a:rPr>
              <a:t>Goyer</a:t>
            </a:r>
          </a:p>
        </p:txBody>
      </p:sp>
      <p:sp>
        <p:nvSpPr>
          <p:cNvPr id="5" name="TextBox 4"/>
          <p:cNvSpPr txBox="1"/>
          <p:nvPr/>
        </p:nvSpPr>
        <p:spPr>
          <a:xfrm>
            <a:off x="685800" y="1986460"/>
            <a:ext cx="5257800" cy="600164"/>
          </a:xfrm>
          <a:prstGeom prst="rect">
            <a:avLst/>
          </a:prstGeom>
          <a:noFill/>
        </p:spPr>
        <p:txBody>
          <a:bodyPr wrap="square">
            <a:spAutoFit/>
          </a:bodyPr>
          <a:lstStyle/>
          <a:p>
            <a:r>
              <a:rPr sz="1100" b="0" i="1">
                <a:solidFill>
                  <a:srgbClr val="1F2937"/>
                </a:solidFill>
              </a:rPr>
              <a:t>“[Written] [sighs] The medical exemption thing for Geese is kinda confusing, and I hope they don't get too bogged down in hacking stuff with Blue Mary. Keep the focus on the hand-to-hand tactical fights.”</a:t>
            </a:r>
          </a:p>
        </p:txBody>
      </p:sp>
      <p:sp>
        <p:nvSpPr>
          <p:cNvPr id="6" name="TextBox 5"/>
          <p:cNvSpPr txBox="1"/>
          <p:nvPr/>
        </p:nvSpPr>
        <p:spPr>
          <a:xfrm>
            <a:off x="685800" y="2578608"/>
            <a:ext cx="5257800" cy="430887"/>
          </a:xfrm>
          <a:prstGeom prst="rect">
            <a:avLst/>
          </a:prstGeom>
          <a:noFill/>
        </p:spPr>
        <p:txBody>
          <a:bodyPr wrap="square">
            <a:spAutoFit/>
          </a:bodyPr>
          <a:lstStyle/>
          <a:p>
            <a:r>
              <a:rPr sz="1100" b="0" i="1">
                <a:solidFill>
                  <a:srgbClr val="1F2937"/>
                </a:solidFill>
              </a:rPr>
              <a:t>“[Written] [sighs] some of it sounds a bit confusing. like the dark-web stuff and the medical exemption? kinda lost me there.”</a:t>
            </a:r>
          </a:p>
        </p:txBody>
      </p:sp>
      <p:sp>
        <p:nvSpPr>
          <p:cNvPr id="7" name="TextBox 6"/>
          <p:cNvSpPr txBox="1"/>
          <p:nvPr/>
        </p:nvSpPr>
        <p:spPr>
          <a:xfrm>
            <a:off x="685800" y="3328415"/>
            <a:ext cx="5257800" cy="600164"/>
          </a:xfrm>
          <a:prstGeom prst="rect">
            <a:avLst/>
          </a:prstGeom>
          <a:noFill/>
        </p:spPr>
        <p:txBody>
          <a:bodyPr wrap="square">
            <a:spAutoFit/>
          </a:bodyPr>
          <a:lstStyle/>
          <a:p>
            <a:r>
              <a:rPr sz="1100" b="0" i="1">
                <a:solidFill>
                  <a:srgbClr val="1F2937"/>
                </a:solidFill>
              </a:rPr>
              <a:t>“[Audio] [sighs] it's getting long. Uh, nothing really holding me back unless the CGI looks cheap or they cast bad actors. The real estate plot sounded kind of boring though, hope they don't focus too much on that.”</a:t>
            </a:r>
          </a:p>
        </p:txBody>
      </p:sp>
      <p:sp>
        <p:nvSpPr>
          <p:cNvPr id="8" name="TextBox 7"/>
          <p:cNvSpPr txBox="1"/>
          <p:nvPr/>
        </p:nvSpPr>
        <p:spPr>
          <a:xfrm>
            <a:off x="685800" y="4078224"/>
            <a:ext cx="5257800" cy="600164"/>
          </a:xfrm>
          <a:prstGeom prst="rect">
            <a:avLst/>
          </a:prstGeom>
          <a:noFill/>
        </p:spPr>
        <p:txBody>
          <a:bodyPr wrap="square">
            <a:spAutoFit/>
          </a:bodyPr>
          <a:lstStyle/>
          <a:p>
            <a:r>
              <a:rPr sz="1100" b="0" i="1">
                <a:solidFill>
                  <a:srgbClr val="1F2937"/>
                </a:solidFill>
              </a:rPr>
              <a:t>“[Audio] The modernization garbage. Biometric implants? Cryptocurrency betting? AR glamour filters? Southtown is supposed to be grime, diesel, and sweat. Not some Zoomer tech-bro livestream. It totally breaks the immersion.”</a:t>
            </a:r>
          </a:p>
        </p:txBody>
      </p:sp>
      <p:sp>
        <p:nvSpPr>
          <p:cNvPr id="9" name="TextBox 8"/>
          <p:cNvSpPr txBox="1"/>
          <p:nvPr/>
        </p:nvSpPr>
        <p:spPr>
          <a:xfrm>
            <a:off x="685800" y="4828032"/>
            <a:ext cx="5257800" cy="430887"/>
          </a:xfrm>
          <a:prstGeom prst="rect">
            <a:avLst/>
          </a:prstGeom>
          <a:noFill/>
        </p:spPr>
        <p:txBody>
          <a:bodyPr wrap="square">
            <a:spAutoFit/>
          </a:bodyPr>
          <a:lstStyle/>
          <a:p>
            <a:r>
              <a:rPr sz="1100" b="0" i="1" dirty="0">
                <a:solidFill>
                  <a:srgbClr val="1F2937"/>
                </a:solidFill>
              </a:rPr>
              <a:t>“[Video] If it just becomes a CGI blur and loses the grounded martial arts choreography. Also</a:t>
            </a:r>
            <a:r>
              <a:rPr lang="en-US" sz="1100" b="0" i="1" dirty="0">
                <a:solidFill>
                  <a:srgbClr val="1F2937"/>
                </a:solidFill>
              </a:rPr>
              <a:t>,</a:t>
            </a:r>
            <a:r>
              <a:rPr sz="1100" b="0" i="1" dirty="0">
                <a:solidFill>
                  <a:srgbClr val="1F2937"/>
                </a:solidFill>
              </a:rPr>
              <a:t> if the backstory slows it down too much.”</a:t>
            </a:r>
          </a:p>
        </p:txBody>
      </p:sp>
      <p:sp>
        <p:nvSpPr>
          <p:cNvPr id="10" name="TextBox 9"/>
          <p:cNvSpPr txBox="1"/>
          <p:nvPr/>
        </p:nvSpPr>
        <p:spPr>
          <a:xfrm>
            <a:off x="685800" y="5577840"/>
            <a:ext cx="5257800" cy="430887"/>
          </a:xfrm>
          <a:prstGeom prst="rect">
            <a:avLst/>
          </a:prstGeom>
          <a:noFill/>
        </p:spPr>
        <p:txBody>
          <a:bodyPr wrap="square">
            <a:spAutoFit/>
          </a:bodyPr>
          <a:lstStyle/>
          <a:p>
            <a:r>
              <a:rPr sz="1100" b="0" i="1">
                <a:solidFill>
                  <a:srgbClr val="1F2937"/>
                </a:solidFill>
              </a:rPr>
              <a:t>“[Video] I don't know if Chris Hemsworth is right for it, and video game movies usually suck.”</a:t>
            </a:r>
          </a:p>
        </p:txBody>
      </p:sp>
      <p:sp>
        <p:nvSpPr>
          <p:cNvPr id="11" name="TextBox 10"/>
          <p:cNvSpPr txBox="1"/>
          <p:nvPr/>
        </p:nvSpPr>
        <p:spPr>
          <a:xfrm>
            <a:off x="6263640" y="1529260"/>
            <a:ext cx="5394960" cy="365760"/>
          </a:xfrm>
          <a:prstGeom prst="rect">
            <a:avLst/>
          </a:prstGeom>
          <a:noFill/>
        </p:spPr>
        <p:txBody>
          <a:bodyPr wrap="square">
            <a:spAutoFit/>
          </a:bodyPr>
          <a:lstStyle/>
          <a:p>
            <a:r>
              <a:rPr sz="1400" b="1" i="0">
                <a:solidFill>
                  <a:srgbClr val="1E2761"/>
                </a:solidFill>
              </a:rPr>
              <a:t>Sheridan</a:t>
            </a:r>
          </a:p>
        </p:txBody>
      </p:sp>
      <p:sp>
        <p:nvSpPr>
          <p:cNvPr id="12" name="TextBox 11"/>
          <p:cNvSpPr txBox="1"/>
          <p:nvPr/>
        </p:nvSpPr>
        <p:spPr>
          <a:xfrm>
            <a:off x="6400800" y="1986460"/>
            <a:ext cx="5257800" cy="430887"/>
          </a:xfrm>
          <a:prstGeom prst="rect">
            <a:avLst/>
          </a:prstGeom>
          <a:noFill/>
        </p:spPr>
        <p:txBody>
          <a:bodyPr wrap="square">
            <a:spAutoFit/>
          </a:bodyPr>
          <a:lstStyle/>
          <a:p>
            <a:r>
              <a:rPr sz="1100" b="0" i="1">
                <a:solidFill>
                  <a:srgbClr val="1F2937"/>
                </a:solidFill>
              </a:rPr>
              <a:t>“[Written] [sighs heavily] Just worried they'll overcomplicate it or make it too long. Movies these days are always three hours. Just give me 90 minutes of good fights.”</a:t>
            </a:r>
          </a:p>
        </p:txBody>
      </p:sp>
      <p:sp>
        <p:nvSpPr>
          <p:cNvPr id="13" name="TextBox 12"/>
          <p:cNvSpPr txBox="1"/>
          <p:nvPr/>
        </p:nvSpPr>
        <p:spPr>
          <a:xfrm>
            <a:off x="6400800" y="2578608"/>
            <a:ext cx="5257800" cy="600164"/>
          </a:xfrm>
          <a:prstGeom prst="rect">
            <a:avLst/>
          </a:prstGeom>
          <a:noFill/>
        </p:spPr>
        <p:txBody>
          <a:bodyPr wrap="square">
            <a:spAutoFit/>
          </a:bodyPr>
          <a:lstStyle/>
          <a:p>
            <a:r>
              <a:rPr sz="1100" b="0" i="1">
                <a:solidFill>
                  <a:srgbClr val="1F2937"/>
                </a:solidFill>
              </a:rPr>
              <a:t>“[Written] [rubs temples] Hollywood's track record with anime and games. They always try to dumb it down or rush the character arcs. Geese needs to be genuinely intimidating.”</a:t>
            </a:r>
          </a:p>
        </p:txBody>
      </p:sp>
      <p:sp>
        <p:nvSpPr>
          <p:cNvPr id="14" name="TextBox 13"/>
          <p:cNvSpPr txBox="1"/>
          <p:nvPr/>
        </p:nvSpPr>
        <p:spPr>
          <a:xfrm>
            <a:off x="6400800" y="3328415"/>
            <a:ext cx="5257800" cy="430887"/>
          </a:xfrm>
          <a:prstGeom prst="rect">
            <a:avLst/>
          </a:prstGeom>
          <a:noFill/>
        </p:spPr>
        <p:txBody>
          <a:bodyPr wrap="square">
            <a:spAutoFit/>
          </a:bodyPr>
          <a:lstStyle/>
          <a:p>
            <a:r>
              <a:rPr sz="1100" b="0" i="1">
                <a:solidFill>
                  <a:srgbClr val="1F2937"/>
                </a:solidFill>
              </a:rPr>
              <a:t>“[Audio] Idk if they cast a wimp as Terry itll ruin it. Needs to be a big dude who can actually fight. [cracks neck]”</a:t>
            </a:r>
          </a:p>
        </p:txBody>
      </p:sp>
      <p:sp>
        <p:nvSpPr>
          <p:cNvPr id="15" name="TextBox 14"/>
          <p:cNvSpPr txBox="1"/>
          <p:nvPr/>
        </p:nvSpPr>
        <p:spPr>
          <a:xfrm>
            <a:off x="6400800" y="4078224"/>
            <a:ext cx="5257800" cy="600164"/>
          </a:xfrm>
          <a:prstGeom prst="rect">
            <a:avLst/>
          </a:prstGeom>
          <a:noFill/>
        </p:spPr>
        <p:txBody>
          <a:bodyPr wrap="square">
            <a:spAutoFit/>
          </a:bodyPr>
          <a:lstStyle/>
          <a:p>
            <a:r>
              <a:rPr sz="1100" b="0" i="1">
                <a:solidFill>
                  <a:srgbClr val="1F2937"/>
                </a:solidFill>
              </a:rPr>
              <a:t>“[Audio] Just want to make sure it doesn't devolve into a CGI mess in the third act. [shifts in chair] Keep the fights grounded and technical. And don't waste time on unnecessary romantic subplots.”</a:t>
            </a:r>
          </a:p>
        </p:txBody>
      </p:sp>
      <p:sp>
        <p:nvSpPr>
          <p:cNvPr id="16" name="TextBox 15"/>
          <p:cNvSpPr txBox="1"/>
          <p:nvPr/>
        </p:nvSpPr>
        <p:spPr>
          <a:xfrm>
            <a:off x="6400800" y="4828032"/>
            <a:ext cx="5257800" cy="430887"/>
          </a:xfrm>
          <a:prstGeom prst="rect">
            <a:avLst/>
          </a:prstGeom>
          <a:noFill/>
        </p:spPr>
        <p:txBody>
          <a:bodyPr wrap="square">
            <a:spAutoFit/>
          </a:bodyPr>
          <a:lstStyle/>
          <a:p>
            <a:r>
              <a:rPr sz="1100" b="0" i="1">
                <a:solidFill>
                  <a:srgbClr val="1F2937"/>
                </a:solidFill>
              </a:rPr>
              <a:t>“[Video] Honestly, nothing really. Unless the pacing drags later on, but from what I heard, it sounds like a non-stop ride. Gonna need a big popcorn for this one.”</a:t>
            </a:r>
          </a:p>
        </p:txBody>
      </p:sp>
      <p:sp>
        <p:nvSpPr>
          <p:cNvPr id="17" name="TextBox 16"/>
          <p:cNvSpPr txBox="1"/>
          <p:nvPr/>
        </p:nvSpPr>
        <p:spPr>
          <a:xfrm>
            <a:off x="6400800" y="5577840"/>
            <a:ext cx="5257800" cy="261610"/>
          </a:xfrm>
          <a:prstGeom prst="rect">
            <a:avLst/>
          </a:prstGeom>
          <a:noFill/>
        </p:spPr>
        <p:txBody>
          <a:bodyPr wrap="square">
            <a:spAutoFit/>
          </a:bodyPr>
          <a:lstStyle/>
          <a:p>
            <a:r>
              <a:rPr sz="1100" b="0" i="1">
                <a:solidFill>
                  <a:srgbClr val="1F2937"/>
                </a:solidFill>
              </a:rPr>
              <a:t>“[Video] Just hope the CGI isn't trash and the actors can actually fight.”</a:t>
            </a:r>
          </a:p>
        </p:txBody>
      </p:sp>
      <p:sp>
        <p:nvSpPr>
          <p:cNvPr id="18" name="TextBox 17"/>
          <p:cNvSpPr txBox="1"/>
          <p:nvPr/>
        </p:nvSpPr>
        <p:spPr>
          <a:xfrm>
            <a:off x="502920" y="6419088"/>
            <a:ext cx="11247120" cy="384048"/>
          </a:xfrm>
          <a:prstGeom prst="rect">
            <a:avLst/>
          </a:prstGeom>
          <a:noFill/>
        </p:spPr>
        <p:txBody>
          <a:bodyPr wrap="square">
            <a:spAutoFit/>
          </a:bodyPr>
          <a:lstStyle/>
          <a:p>
            <a:r>
              <a:rPr sz="850" b="0" i="0">
                <a:solidFill>
                  <a:srgbClr val="8A919E"/>
                </a:solidFill>
              </a:rPr>
              <a:t>Selected verbatims, quoted exactly; 2 per mode per concept.  |  Synthetic audience (model-simulated archetypes) — directional read, not fielded quant.</a:t>
            </a:r>
          </a:p>
        </p:txBody>
      </p:sp>
      <p:sp>
        <p:nvSpPr>
          <p:cNvPr id="19" name="Date Placeholder 18">
            <a:extLst>
              <a:ext uri="{FF2B5EF4-FFF2-40B4-BE49-F238E27FC236}">
                <a16:creationId xmlns:a16="http://schemas.microsoft.com/office/drawing/2014/main" id="{A9AC57B6-D201-F669-DDEA-10D230BDA8FA}"/>
              </a:ext>
            </a:extLst>
          </p:cNvPr>
          <p:cNvSpPr>
            <a:spLocks noGrp="1"/>
          </p:cNvSpPr>
          <p:nvPr>
            <p:ph type="dt" sz="half" idx="10"/>
          </p:nvPr>
        </p:nvSpPr>
        <p:spPr/>
        <p:txBody>
          <a:bodyPr/>
          <a:lstStyle/>
          <a:p>
            <a:fld id="{A885048E-6CBE-412C-9F48-B7E19ABA51B5}" type="datetime1">
              <a:rPr lang="en-US" smtClean="0"/>
              <a:t>7/20/2026</a:t>
            </a:fld>
            <a:endParaRPr lang="en-US"/>
          </a:p>
        </p:txBody>
      </p:sp>
      <p:sp>
        <p:nvSpPr>
          <p:cNvPr id="20" name="Slide Number Placeholder 19">
            <a:extLst>
              <a:ext uri="{FF2B5EF4-FFF2-40B4-BE49-F238E27FC236}">
                <a16:creationId xmlns:a16="http://schemas.microsoft.com/office/drawing/2014/main" id="{AA498C79-B2A4-B1D5-01BB-5D5CD914B37E}"/>
              </a:ext>
            </a:extLst>
          </p:cNvPr>
          <p:cNvSpPr>
            <a:spLocks noGrp="1"/>
          </p:cNvSpPr>
          <p:nvPr>
            <p:ph type="sldNum" sz="quarter" idx="12"/>
          </p:nvPr>
        </p:nvSpPr>
        <p:spPr/>
        <p:txBody>
          <a:bodyPr/>
          <a:lstStyle/>
          <a:p>
            <a:fld id="{C1FF6DA9-008F-8B48-92A6-B652298478BF}"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C4 — GENREFIT: type of movie this feels like</a:t>
            </a:r>
          </a:p>
        </p:txBody>
      </p:sp>
      <p:pic>
        <p:nvPicPr>
          <p:cNvPr id="4" name="Picture 3" descr="C4_genrefit.png"/>
          <p:cNvPicPr>
            <a:picLocks noChangeAspect="1"/>
          </p:cNvPicPr>
          <p:nvPr/>
        </p:nvPicPr>
        <p:blipFill>
          <a:blip r:embed="rId2"/>
          <a:stretch>
            <a:fillRect/>
          </a:stretch>
        </p:blipFill>
        <p:spPr>
          <a:xfrm>
            <a:off x="714603" y="1325880"/>
            <a:ext cx="10762488"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Multi-select (up to 3); % of respondents. Goyer vs Sheridan pooled across the 3 modes.  |  Synthetic audience (model-simulated archetypes) — directional read, not fielded quant.</a:t>
            </a:r>
          </a:p>
        </p:txBody>
      </p:sp>
      <p:sp>
        <p:nvSpPr>
          <p:cNvPr id="6" name="Date Placeholder 5">
            <a:extLst>
              <a:ext uri="{FF2B5EF4-FFF2-40B4-BE49-F238E27FC236}">
                <a16:creationId xmlns:a16="http://schemas.microsoft.com/office/drawing/2014/main" id="{D48180B0-5EB4-A6D5-7109-C6030ED6FA17}"/>
              </a:ext>
            </a:extLst>
          </p:cNvPr>
          <p:cNvSpPr>
            <a:spLocks noGrp="1"/>
          </p:cNvSpPr>
          <p:nvPr>
            <p:ph type="dt" sz="half" idx="10"/>
          </p:nvPr>
        </p:nvSpPr>
        <p:spPr/>
        <p:txBody>
          <a:bodyPr/>
          <a:lstStyle/>
          <a:p>
            <a:fld id="{7BF90F95-FBD8-4560-BDFF-5DD4F020661D}" type="datetime1">
              <a:rPr lang="en-US" smtClean="0"/>
              <a:t>7/20/2026</a:t>
            </a:fld>
            <a:endParaRPr lang="en-US"/>
          </a:p>
        </p:txBody>
      </p:sp>
      <p:sp>
        <p:nvSpPr>
          <p:cNvPr id="7" name="Slide Number Placeholder 6">
            <a:extLst>
              <a:ext uri="{FF2B5EF4-FFF2-40B4-BE49-F238E27FC236}">
                <a16:creationId xmlns:a16="http://schemas.microsoft.com/office/drawing/2014/main" id="{B7F5F82C-19D9-496E-DCB6-673AD0FF56CE}"/>
              </a:ext>
            </a:extLst>
          </p:cNvPr>
          <p:cNvSpPr>
            <a:spLocks noGrp="1"/>
          </p:cNvSpPr>
          <p:nvPr>
            <p:ph type="sldNum" sz="quarter" idx="12"/>
          </p:nvPr>
        </p:nvSpPr>
        <p:spPr/>
        <p:txBody>
          <a:bodyPr/>
          <a:lstStyle/>
          <a:p>
            <a:fld id="{C1FF6DA9-008F-8B48-92A6-B652298478BF}"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C5 — STORYDES: words describing the movie</a:t>
            </a:r>
          </a:p>
        </p:txBody>
      </p:sp>
      <p:pic>
        <p:nvPicPr>
          <p:cNvPr id="4" name="Picture 3" descr="C5_storydes.png"/>
          <p:cNvPicPr>
            <a:picLocks noChangeAspect="1"/>
          </p:cNvPicPr>
          <p:nvPr/>
        </p:nvPicPr>
        <p:blipFill>
          <a:blip r:embed="rId2"/>
          <a:srcRect t="50436" r="64049" b="5580"/>
          <a:stretch>
            <a:fillRect/>
          </a:stretch>
        </p:blipFill>
        <p:spPr>
          <a:xfrm>
            <a:off x="8501681" y="1619050"/>
            <a:ext cx="3526466" cy="4290495"/>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Multi-select; % of respondents. Goyer vs Sheridan pooled across modes.  |  Synthetic audience (model-simulated archetypes) — directional read, not fielded quant.</a:t>
            </a:r>
          </a:p>
        </p:txBody>
      </p:sp>
      <p:sp>
        <p:nvSpPr>
          <p:cNvPr id="6" name="Date Placeholder 5">
            <a:extLst>
              <a:ext uri="{FF2B5EF4-FFF2-40B4-BE49-F238E27FC236}">
                <a16:creationId xmlns:a16="http://schemas.microsoft.com/office/drawing/2014/main" id="{A749118D-B4D5-3944-D9B9-4509C7F325A2}"/>
              </a:ext>
            </a:extLst>
          </p:cNvPr>
          <p:cNvSpPr>
            <a:spLocks noGrp="1"/>
          </p:cNvSpPr>
          <p:nvPr>
            <p:ph type="dt" sz="half" idx="10"/>
          </p:nvPr>
        </p:nvSpPr>
        <p:spPr/>
        <p:txBody>
          <a:bodyPr/>
          <a:lstStyle/>
          <a:p>
            <a:fld id="{339AF132-A3D7-46BD-93E6-C449E0EE770F}" type="datetime1">
              <a:rPr lang="en-US" smtClean="0"/>
              <a:t>7/20/2026</a:t>
            </a:fld>
            <a:endParaRPr lang="en-US"/>
          </a:p>
        </p:txBody>
      </p:sp>
      <p:sp>
        <p:nvSpPr>
          <p:cNvPr id="7" name="Slide Number Placeholder 6">
            <a:extLst>
              <a:ext uri="{FF2B5EF4-FFF2-40B4-BE49-F238E27FC236}">
                <a16:creationId xmlns:a16="http://schemas.microsoft.com/office/drawing/2014/main" id="{47195FEE-4C12-8977-E7D0-78264C5F7B1D}"/>
              </a:ext>
            </a:extLst>
          </p:cNvPr>
          <p:cNvSpPr>
            <a:spLocks noGrp="1"/>
          </p:cNvSpPr>
          <p:nvPr>
            <p:ph type="sldNum" sz="quarter" idx="12"/>
          </p:nvPr>
        </p:nvSpPr>
        <p:spPr/>
        <p:txBody>
          <a:bodyPr/>
          <a:lstStyle/>
          <a:p>
            <a:fld id="{C1FF6DA9-008F-8B48-92A6-B652298478BF}" type="slidenum">
              <a:rPr lang="en-US" smtClean="0"/>
              <a:t>32</a:t>
            </a:fld>
            <a:endParaRPr lang="en-US"/>
          </a:p>
        </p:txBody>
      </p:sp>
      <p:pic>
        <p:nvPicPr>
          <p:cNvPr id="9" name="Picture 8">
            <a:extLst>
              <a:ext uri="{FF2B5EF4-FFF2-40B4-BE49-F238E27FC236}">
                <a16:creationId xmlns:a16="http://schemas.microsoft.com/office/drawing/2014/main" id="{D7480F2A-DF65-42E6-86B6-06365275C30E}"/>
              </a:ext>
            </a:extLst>
          </p:cNvPr>
          <p:cNvPicPr>
            <a:picLocks noChangeAspect="1"/>
          </p:cNvPicPr>
          <p:nvPr/>
        </p:nvPicPr>
        <p:blipFill>
          <a:blip r:embed="rId3"/>
          <a:srcRect t="5505" r="9524" b="50000"/>
          <a:stretch>
            <a:fillRect/>
          </a:stretch>
        </p:blipFill>
        <p:spPr>
          <a:xfrm>
            <a:off x="49867" y="1629155"/>
            <a:ext cx="8451813" cy="4296157"/>
          </a:xfrm>
          <a:prstGeom prst="rect">
            <a:avLst/>
          </a:prstGeom>
        </p:spPr>
      </p:pic>
      <p:pic>
        <p:nvPicPr>
          <p:cNvPr id="11" name="Picture 10">
            <a:extLst>
              <a:ext uri="{FF2B5EF4-FFF2-40B4-BE49-F238E27FC236}">
                <a16:creationId xmlns:a16="http://schemas.microsoft.com/office/drawing/2014/main" id="{ABAF169A-2ACA-575F-B876-538046354628}"/>
              </a:ext>
            </a:extLst>
          </p:cNvPr>
          <p:cNvPicPr>
            <a:picLocks noChangeAspect="1"/>
          </p:cNvPicPr>
          <p:nvPr/>
        </p:nvPicPr>
        <p:blipFill>
          <a:blip r:embed="rId4"/>
          <a:srcRect l="85303" t="85678"/>
          <a:stretch>
            <a:fillRect/>
          </a:stretch>
        </p:blipFill>
        <p:spPr>
          <a:xfrm>
            <a:off x="5470353" y="5707117"/>
            <a:ext cx="1312253" cy="58868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C6 — FRESHNSS: freshness of the idea</a:t>
            </a:r>
          </a:p>
        </p:txBody>
      </p:sp>
      <p:pic>
        <p:nvPicPr>
          <p:cNvPr id="4" name="Picture 3" descr="C6_freshnss.png"/>
          <p:cNvPicPr>
            <a:picLocks noChangeAspect="1"/>
          </p:cNvPicPr>
          <p:nvPr/>
        </p:nvPicPr>
        <p:blipFill>
          <a:blip r:embed="rId2"/>
          <a:stretch>
            <a:fillRect/>
          </a:stretch>
        </p:blipFill>
        <p:spPr>
          <a:xfrm>
            <a:off x="1634894" y="1325880"/>
            <a:ext cx="8921905"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Single select, all answers. Within-subject: the same 998 personas sit in every test — series are not independent samples.  |  Synthetic audience (model-simulated archetypes) — directional read, not fielded quant.</a:t>
            </a:r>
          </a:p>
        </p:txBody>
      </p:sp>
      <p:sp>
        <p:nvSpPr>
          <p:cNvPr id="6" name="Date Placeholder 5">
            <a:extLst>
              <a:ext uri="{FF2B5EF4-FFF2-40B4-BE49-F238E27FC236}">
                <a16:creationId xmlns:a16="http://schemas.microsoft.com/office/drawing/2014/main" id="{8CF85C2A-0F54-AE62-4D34-8A6431766C37}"/>
              </a:ext>
            </a:extLst>
          </p:cNvPr>
          <p:cNvSpPr>
            <a:spLocks noGrp="1"/>
          </p:cNvSpPr>
          <p:nvPr>
            <p:ph type="dt" sz="half" idx="10"/>
          </p:nvPr>
        </p:nvSpPr>
        <p:spPr/>
        <p:txBody>
          <a:bodyPr/>
          <a:lstStyle/>
          <a:p>
            <a:fld id="{7C1FF28A-E36A-452C-8E6E-0D7B78E4E5AF}" type="datetime1">
              <a:rPr lang="en-US" smtClean="0"/>
              <a:t>7/20/2026</a:t>
            </a:fld>
            <a:endParaRPr lang="en-US"/>
          </a:p>
        </p:txBody>
      </p:sp>
      <p:sp>
        <p:nvSpPr>
          <p:cNvPr id="7" name="Slide Number Placeholder 6">
            <a:extLst>
              <a:ext uri="{FF2B5EF4-FFF2-40B4-BE49-F238E27FC236}">
                <a16:creationId xmlns:a16="http://schemas.microsoft.com/office/drawing/2014/main" id="{14BB8D4B-739D-6E3D-1DB4-DD41B5263F53}"/>
              </a:ext>
            </a:extLst>
          </p:cNvPr>
          <p:cNvSpPr>
            <a:spLocks noGrp="1"/>
          </p:cNvSpPr>
          <p:nvPr>
            <p:ph type="sldNum" sz="quarter" idx="12"/>
          </p:nvPr>
        </p:nvSpPr>
        <p:spPr/>
        <p:txBody>
          <a:bodyPr/>
          <a:lstStyle/>
          <a:p>
            <a:fld id="{C1FF6DA9-008F-8B48-92A6-B652298478BF}"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C7 — VIABLE1: interest in more </a:t>
            </a:r>
            <a:r>
              <a:rPr sz="1600" b="1" i="0" dirty="0" err="1">
                <a:solidFill>
                  <a:srgbClr val="6B7280"/>
                </a:solidFill>
              </a:rPr>
              <a:t>Southtown</a:t>
            </a:r>
            <a:r>
              <a:rPr sz="1600" b="1" i="0" dirty="0">
                <a:solidFill>
                  <a:srgbClr val="6B7280"/>
                </a:solidFill>
              </a:rPr>
              <a:t> stories</a:t>
            </a:r>
          </a:p>
        </p:txBody>
      </p:sp>
      <p:pic>
        <p:nvPicPr>
          <p:cNvPr id="4" name="Picture 3" descr="C7_viable1.png"/>
          <p:cNvPicPr>
            <a:picLocks noChangeAspect="1"/>
          </p:cNvPicPr>
          <p:nvPr/>
        </p:nvPicPr>
        <p:blipFill>
          <a:blip r:embed="rId2"/>
          <a:stretch>
            <a:fillRect/>
          </a:stretch>
        </p:blipFill>
        <p:spPr>
          <a:xfrm>
            <a:off x="917244" y="1325879"/>
            <a:ext cx="10357206"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All answers + T2B. Within-subject: the same 998 personas sit in every test — series are not independent samples.  |  Synthetic audience (model-simulated archetypes) — directional read, not fielded quant.</a:t>
            </a:r>
          </a:p>
        </p:txBody>
      </p:sp>
      <p:sp>
        <p:nvSpPr>
          <p:cNvPr id="6" name="Date Placeholder 5">
            <a:extLst>
              <a:ext uri="{FF2B5EF4-FFF2-40B4-BE49-F238E27FC236}">
                <a16:creationId xmlns:a16="http://schemas.microsoft.com/office/drawing/2014/main" id="{03D78355-2C51-8F0D-F8D4-9760F9F3B5A1}"/>
              </a:ext>
            </a:extLst>
          </p:cNvPr>
          <p:cNvSpPr>
            <a:spLocks noGrp="1"/>
          </p:cNvSpPr>
          <p:nvPr>
            <p:ph type="dt" sz="half" idx="10"/>
          </p:nvPr>
        </p:nvSpPr>
        <p:spPr/>
        <p:txBody>
          <a:bodyPr/>
          <a:lstStyle/>
          <a:p>
            <a:fld id="{3A83CD48-CACC-4802-9BE2-96B22AEF1207}" type="datetime1">
              <a:rPr lang="en-US" smtClean="0"/>
              <a:t>7/20/2026</a:t>
            </a:fld>
            <a:endParaRPr lang="en-US"/>
          </a:p>
        </p:txBody>
      </p:sp>
      <p:sp>
        <p:nvSpPr>
          <p:cNvPr id="7" name="Slide Number Placeholder 6">
            <a:extLst>
              <a:ext uri="{FF2B5EF4-FFF2-40B4-BE49-F238E27FC236}">
                <a16:creationId xmlns:a16="http://schemas.microsoft.com/office/drawing/2014/main" id="{39C71310-6846-14D4-1D0F-5D53FF4ACBB2}"/>
              </a:ext>
            </a:extLst>
          </p:cNvPr>
          <p:cNvSpPr>
            <a:spLocks noGrp="1"/>
          </p:cNvSpPr>
          <p:nvPr>
            <p:ph type="sldNum" sz="quarter" idx="12"/>
          </p:nvPr>
        </p:nvSpPr>
        <p:spPr/>
        <p:txBody>
          <a:bodyPr/>
          <a:lstStyle/>
          <a:p>
            <a:fld id="{C1FF6DA9-008F-8B48-92A6-B652298478BF}"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C8 — CHARDES: words describing Terry Bogard</a:t>
            </a:r>
          </a:p>
        </p:txBody>
      </p:sp>
      <p:pic>
        <p:nvPicPr>
          <p:cNvPr id="4" name="Picture 3" descr="C8_chardes.png"/>
          <p:cNvPicPr>
            <a:picLocks noChangeAspect="1"/>
          </p:cNvPicPr>
          <p:nvPr/>
        </p:nvPicPr>
        <p:blipFill>
          <a:blip r:embed="rId2"/>
          <a:srcRect t="47766" r="62101" b="4744"/>
          <a:stretch>
            <a:fillRect/>
          </a:stretch>
        </p:blipFill>
        <p:spPr>
          <a:xfrm>
            <a:off x="8089938" y="1555007"/>
            <a:ext cx="3869572" cy="4740795"/>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Multi-select; % of respondents. Goyer vs Sheridan pooled across modes.  |  Synthetic audience (model-simulated archetypes) — directional read, not fielded quant.</a:t>
            </a:r>
          </a:p>
        </p:txBody>
      </p:sp>
      <p:pic>
        <p:nvPicPr>
          <p:cNvPr id="7" name="Picture 6">
            <a:extLst>
              <a:ext uri="{FF2B5EF4-FFF2-40B4-BE49-F238E27FC236}">
                <a16:creationId xmlns:a16="http://schemas.microsoft.com/office/drawing/2014/main" id="{6B03FBB7-266B-C317-ED6F-EC0A47DD51DC}"/>
              </a:ext>
            </a:extLst>
          </p:cNvPr>
          <p:cNvPicPr>
            <a:picLocks noChangeAspect="1"/>
          </p:cNvPicPr>
          <p:nvPr/>
        </p:nvPicPr>
        <p:blipFill>
          <a:blip r:embed="rId3"/>
          <a:srcRect l="6413" t="5012" r="10214" b="52237"/>
          <a:stretch>
            <a:fillRect/>
          </a:stretch>
        </p:blipFill>
        <p:spPr>
          <a:xfrm>
            <a:off x="112149" y="1555008"/>
            <a:ext cx="8134393" cy="4370303"/>
          </a:xfrm>
          <a:prstGeom prst="rect">
            <a:avLst/>
          </a:prstGeom>
        </p:spPr>
      </p:pic>
      <p:pic>
        <p:nvPicPr>
          <p:cNvPr id="9" name="Picture 8">
            <a:extLst>
              <a:ext uri="{FF2B5EF4-FFF2-40B4-BE49-F238E27FC236}">
                <a16:creationId xmlns:a16="http://schemas.microsoft.com/office/drawing/2014/main" id="{5C017D73-DDF6-316F-9B89-6C871814697A}"/>
              </a:ext>
            </a:extLst>
          </p:cNvPr>
          <p:cNvPicPr>
            <a:picLocks noChangeAspect="1"/>
          </p:cNvPicPr>
          <p:nvPr/>
        </p:nvPicPr>
        <p:blipFill>
          <a:blip r:embed="rId4"/>
          <a:srcRect l="85303" t="85678"/>
          <a:stretch>
            <a:fillRect/>
          </a:stretch>
        </p:blipFill>
        <p:spPr>
          <a:xfrm>
            <a:off x="5470353" y="5707117"/>
            <a:ext cx="1312253" cy="588686"/>
          </a:xfrm>
          <a:prstGeom prst="rect">
            <a:avLst/>
          </a:prstGeom>
        </p:spPr>
      </p:pic>
      <p:sp>
        <p:nvSpPr>
          <p:cNvPr id="10" name="Date Placeholder 9">
            <a:extLst>
              <a:ext uri="{FF2B5EF4-FFF2-40B4-BE49-F238E27FC236}">
                <a16:creationId xmlns:a16="http://schemas.microsoft.com/office/drawing/2014/main" id="{682A6FB8-7B9E-B715-0859-5BA4CD9D1B9A}"/>
              </a:ext>
            </a:extLst>
          </p:cNvPr>
          <p:cNvSpPr>
            <a:spLocks noGrp="1"/>
          </p:cNvSpPr>
          <p:nvPr>
            <p:ph type="dt" sz="half" idx="10"/>
          </p:nvPr>
        </p:nvSpPr>
        <p:spPr/>
        <p:txBody>
          <a:bodyPr/>
          <a:lstStyle/>
          <a:p>
            <a:fld id="{5C98C464-F9AB-4FE5-B56E-A47329EEDACE}" type="datetime1">
              <a:rPr lang="en-US" smtClean="0"/>
              <a:t>7/20/2026</a:t>
            </a:fld>
            <a:endParaRPr lang="en-US"/>
          </a:p>
        </p:txBody>
      </p:sp>
      <p:sp>
        <p:nvSpPr>
          <p:cNvPr id="11" name="Slide Number Placeholder 10">
            <a:extLst>
              <a:ext uri="{FF2B5EF4-FFF2-40B4-BE49-F238E27FC236}">
                <a16:creationId xmlns:a16="http://schemas.microsoft.com/office/drawing/2014/main" id="{6DF84266-A50C-0473-B005-AA9C9902616C}"/>
              </a:ext>
            </a:extLst>
          </p:cNvPr>
          <p:cNvSpPr>
            <a:spLocks noGrp="1"/>
          </p:cNvSpPr>
          <p:nvPr>
            <p:ph type="sldNum" sz="quarter" idx="12"/>
          </p:nvPr>
        </p:nvSpPr>
        <p:spPr/>
        <p:txBody>
          <a:bodyPr/>
          <a:lstStyle/>
          <a:p>
            <a:fld id="{C1FF6DA9-008F-8B48-92A6-B652298478BF}"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C9 — VIABLE2: interest in more Terry Bogard stories</a:t>
            </a:r>
          </a:p>
        </p:txBody>
      </p:sp>
      <p:pic>
        <p:nvPicPr>
          <p:cNvPr id="4" name="Picture 3" descr="C9_viable2.png"/>
          <p:cNvPicPr>
            <a:picLocks noChangeAspect="1"/>
          </p:cNvPicPr>
          <p:nvPr/>
        </p:nvPicPr>
        <p:blipFill>
          <a:blip r:embed="rId2"/>
          <a:srcRect t="2106"/>
          <a:stretch>
            <a:fillRect/>
          </a:stretch>
        </p:blipFill>
        <p:spPr>
          <a:xfrm>
            <a:off x="917244" y="1428901"/>
            <a:ext cx="10357206" cy="4789017"/>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All answers + T2B. Within-subject: the same 998 personas sit in every test — series are not independent samples.  |  Synthetic audience (model-simulated archetypes) — directional read, not fielded quant.</a:t>
            </a:r>
          </a:p>
        </p:txBody>
      </p:sp>
      <p:sp>
        <p:nvSpPr>
          <p:cNvPr id="6" name="Date Placeholder 5">
            <a:extLst>
              <a:ext uri="{FF2B5EF4-FFF2-40B4-BE49-F238E27FC236}">
                <a16:creationId xmlns:a16="http://schemas.microsoft.com/office/drawing/2014/main" id="{78DCE082-CD3B-192A-35FF-DC0E7A73340A}"/>
              </a:ext>
            </a:extLst>
          </p:cNvPr>
          <p:cNvSpPr>
            <a:spLocks noGrp="1"/>
          </p:cNvSpPr>
          <p:nvPr>
            <p:ph type="dt" sz="half" idx="10"/>
          </p:nvPr>
        </p:nvSpPr>
        <p:spPr/>
        <p:txBody>
          <a:bodyPr/>
          <a:lstStyle/>
          <a:p>
            <a:fld id="{A9B60422-7ACF-405F-9FCB-BE049F0E9D7A}" type="datetime1">
              <a:rPr lang="en-US" smtClean="0"/>
              <a:t>7/20/2026</a:t>
            </a:fld>
            <a:endParaRPr lang="en-US"/>
          </a:p>
        </p:txBody>
      </p:sp>
      <p:sp>
        <p:nvSpPr>
          <p:cNvPr id="7" name="Slide Number Placeholder 6">
            <a:extLst>
              <a:ext uri="{FF2B5EF4-FFF2-40B4-BE49-F238E27FC236}">
                <a16:creationId xmlns:a16="http://schemas.microsoft.com/office/drawing/2014/main" id="{2A27F649-1589-C602-8FEB-F99270FA6838}"/>
              </a:ext>
            </a:extLst>
          </p:cNvPr>
          <p:cNvSpPr>
            <a:spLocks noGrp="1"/>
          </p:cNvSpPr>
          <p:nvPr>
            <p:ph type="sldNum" sz="quarter" idx="12"/>
          </p:nvPr>
        </p:nvSpPr>
        <p:spPr/>
        <p:txBody>
          <a:bodyPr/>
          <a:lstStyle/>
          <a:p>
            <a:fld id="{C1FF6DA9-008F-8B48-92A6-B652298478BF}"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C10 — URG1: urgency to attend</a:t>
            </a:r>
          </a:p>
        </p:txBody>
      </p:sp>
      <p:pic>
        <p:nvPicPr>
          <p:cNvPr id="4" name="Picture 3" descr="C10_urg1.png"/>
          <p:cNvPicPr>
            <a:picLocks noChangeAspect="1"/>
          </p:cNvPicPr>
          <p:nvPr/>
        </p:nvPicPr>
        <p:blipFill>
          <a:blip r:embed="rId2"/>
          <a:srcRect t="2106"/>
          <a:stretch>
            <a:fillRect/>
          </a:stretch>
        </p:blipFill>
        <p:spPr>
          <a:xfrm>
            <a:off x="917244" y="1428901"/>
            <a:ext cx="10357206" cy="4789017"/>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All answers. URG2 verbatim call-outs on next slide. Within-subject: the same 998 personas sit in every test — series are not independent samples.  |  Synthetic audience (model-simulated archetypes) — directional read, not fielded quant.</a:t>
            </a:r>
          </a:p>
        </p:txBody>
      </p:sp>
      <p:sp>
        <p:nvSpPr>
          <p:cNvPr id="6" name="Date Placeholder 5">
            <a:extLst>
              <a:ext uri="{FF2B5EF4-FFF2-40B4-BE49-F238E27FC236}">
                <a16:creationId xmlns:a16="http://schemas.microsoft.com/office/drawing/2014/main" id="{C13B9F07-287D-9840-7428-B68D7198491F}"/>
              </a:ext>
            </a:extLst>
          </p:cNvPr>
          <p:cNvSpPr>
            <a:spLocks noGrp="1"/>
          </p:cNvSpPr>
          <p:nvPr>
            <p:ph type="dt" sz="half" idx="10"/>
          </p:nvPr>
        </p:nvSpPr>
        <p:spPr/>
        <p:txBody>
          <a:bodyPr/>
          <a:lstStyle/>
          <a:p>
            <a:fld id="{B1B4ED62-8F3D-4E7E-9B6E-52533E17CA84}" type="datetime1">
              <a:rPr lang="en-US" smtClean="0"/>
              <a:t>7/20/2026</a:t>
            </a:fld>
            <a:endParaRPr lang="en-US"/>
          </a:p>
        </p:txBody>
      </p:sp>
      <p:sp>
        <p:nvSpPr>
          <p:cNvPr id="7" name="Slide Number Placeholder 6">
            <a:extLst>
              <a:ext uri="{FF2B5EF4-FFF2-40B4-BE49-F238E27FC236}">
                <a16:creationId xmlns:a16="http://schemas.microsoft.com/office/drawing/2014/main" id="{45E1C412-9F4E-E4B5-BA51-25EE732AB50C}"/>
              </a:ext>
            </a:extLst>
          </p:cNvPr>
          <p:cNvSpPr>
            <a:spLocks noGrp="1"/>
          </p:cNvSpPr>
          <p:nvPr>
            <p:ph type="sldNum" sz="quarter" idx="12"/>
          </p:nvPr>
        </p:nvSpPr>
        <p:spPr/>
        <p:txBody>
          <a:bodyPr/>
          <a:lstStyle/>
          <a:p>
            <a:fld id="{C1FF6DA9-008F-8B48-92A6-B652298478BF}"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18160" y="824066"/>
            <a:ext cx="11155680" cy="338554"/>
          </a:xfrm>
          <a:prstGeom prst="rect">
            <a:avLst/>
          </a:prstGeom>
          <a:noFill/>
        </p:spPr>
        <p:txBody>
          <a:bodyPr wrap="square">
            <a:spAutoFit/>
          </a:bodyPr>
          <a:lstStyle/>
          <a:p>
            <a:r>
              <a:rPr sz="1600" b="1" i="0" dirty="0">
                <a:solidFill>
                  <a:srgbClr val="6B7280"/>
                </a:solidFill>
              </a:rPr>
              <a:t>C10b — URG2: what holds back opening-weekend attendance (verbatims)</a:t>
            </a:r>
          </a:p>
        </p:txBody>
      </p:sp>
      <p:sp>
        <p:nvSpPr>
          <p:cNvPr id="4" name="TextBox 3"/>
          <p:cNvSpPr txBox="1"/>
          <p:nvPr/>
        </p:nvSpPr>
        <p:spPr>
          <a:xfrm>
            <a:off x="640080" y="1147728"/>
            <a:ext cx="10972800" cy="400110"/>
          </a:xfrm>
          <a:prstGeom prst="rect">
            <a:avLst/>
          </a:prstGeom>
          <a:noFill/>
        </p:spPr>
        <p:txBody>
          <a:bodyPr wrap="square">
            <a:spAutoFit/>
          </a:bodyPr>
          <a:lstStyle/>
          <a:p>
            <a:r>
              <a:rPr sz="2000" b="1" i="0">
                <a:solidFill>
                  <a:srgbClr val="1E2761"/>
                </a:solidFill>
              </a:rPr>
              <a:t>Goyer</a:t>
            </a:r>
          </a:p>
        </p:txBody>
      </p:sp>
      <p:sp>
        <p:nvSpPr>
          <p:cNvPr id="5" name="TextBox 4"/>
          <p:cNvSpPr txBox="1"/>
          <p:nvPr/>
        </p:nvSpPr>
        <p:spPr>
          <a:xfrm>
            <a:off x="868680" y="1559208"/>
            <a:ext cx="10515600" cy="307777"/>
          </a:xfrm>
          <a:prstGeom prst="rect">
            <a:avLst/>
          </a:prstGeom>
          <a:noFill/>
        </p:spPr>
        <p:txBody>
          <a:bodyPr wrap="square">
            <a:spAutoFit/>
          </a:bodyPr>
          <a:lstStyle/>
          <a:p>
            <a:r>
              <a:rPr sz="1400" b="0" i="1" dirty="0">
                <a:solidFill>
                  <a:srgbClr val="1F2937"/>
                </a:solidFill>
              </a:rPr>
              <a:t>“[Written] Honestly nothing, as long as the reviews say the fight choreography is solid. If they say it's confusing or shaky-cam, I might wait.”</a:t>
            </a:r>
          </a:p>
        </p:txBody>
      </p:sp>
      <p:sp>
        <p:nvSpPr>
          <p:cNvPr id="6" name="TextBox 5"/>
          <p:cNvSpPr txBox="1"/>
          <p:nvPr/>
        </p:nvSpPr>
        <p:spPr>
          <a:xfrm>
            <a:off x="868680" y="2034696"/>
            <a:ext cx="10515600" cy="307777"/>
          </a:xfrm>
          <a:prstGeom prst="rect">
            <a:avLst/>
          </a:prstGeom>
          <a:noFill/>
        </p:spPr>
        <p:txBody>
          <a:bodyPr wrap="square">
            <a:spAutoFit/>
          </a:bodyPr>
          <a:lstStyle/>
          <a:p>
            <a:r>
              <a:rPr sz="1400" b="0" i="1" dirty="0">
                <a:solidFill>
                  <a:srgbClr val="1F2937"/>
                </a:solidFill>
              </a:rPr>
              <a:t>“[Written] [rubs eyes] logistics job takes a lot out of me. getting to the theater is a whole event.”</a:t>
            </a:r>
          </a:p>
        </p:txBody>
      </p:sp>
      <p:sp>
        <p:nvSpPr>
          <p:cNvPr id="7" name="TextBox 6"/>
          <p:cNvSpPr txBox="1"/>
          <p:nvPr/>
        </p:nvSpPr>
        <p:spPr>
          <a:xfrm>
            <a:off x="868680" y="2510184"/>
            <a:ext cx="10515600" cy="307777"/>
          </a:xfrm>
          <a:prstGeom prst="rect">
            <a:avLst/>
          </a:prstGeom>
          <a:noFill/>
        </p:spPr>
        <p:txBody>
          <a:bodyPr wrap="square">
            <a:spAutoFit/>
          </a:bodyPr>
          <a:lstStyle/>
          <a:p>
            <a:r>
              <a:rPr sz="1400" b="0" i="1">
                <a:solidFill>
                  <a:srgbClr val="1F2937"/>
                </a:solidFill>
              </a:rPr>
              <a:t>“[Audio] Just my schedule. Being a Vice Principal means I'm usually drained by Friday night. I prefer to guard my weekend time carefully.”</a:t>
            </a:r>
          </a:p>
        </p:txBody>
      </p:sp>
      <p:sp>
        <p:nvSpPr>
          <p:cNvPr id="8" name="TextBox 7"/>
          <p:cNvSpPr txBox="1"/>
          <p:nvPr/>
        </p:nvSpPr>
        <p:spPr>
          <a:xfrm>
            <a:off x="868680" y="2985672"/>
            <a:ext cx="10515600" cy="307777"/>
          </a:xfrm>
          <a:prstGeom prst="rect">
            <a:avLst/>
          </a:prstGeom>
          <a:noFill/>
        </p:spPr>
        <p:txBody>
          <a:bodyPr wrap="square">
            <a:spAutoFit/>
          </a:bodyPr>
          <a:lstStyle/>
          <a:p>
            <a:r>
              <a:rPr sz="1400" b="0" i="1">
                <a:solidFill>
                  <a:srgbClr val="1F2937"/>
                </a:solidFill>
              </a:rPr>
              <a:t>“[Audio] Just my schedule, honestly. Being pre-med leaves zero free time. I'll probably go on a random Tuesday night.”</a:t>
            </a:r>
          </a:p>
        </p:txBody>
      </p:sp>
      <p:sp>
        <p:nvSpPr>
          <p:cNvPr id="9" name="TextBox 8"/>
          <p:cNvSpPr txBox="1"/>
          <p:nvPr/>
        </p:nvSpPr>
        <p:spPr>
          <a:xfrm>
            <a:off x="868680" y="3461160"/>
            <a:ext cx="10515600" cy="307777"/>
          </a:xfrm>
          <a:prstGeom prst="rect">
            <a:avLst/>
          </a:prstGeom>
          <a:noFill/>
        </p:spPr>
        <p:txBody>
          <a:bodyPr wrap="square">
            <a:spAutoFit/>
          </a:bodyPr>
          <a:lstStyle/>
          <a:p>
            <a:r>
              <a:rPr sz="1400" b="0" i="1">
                <a:solidFill>
                  <a:srgbClr val="1F2937"/>
                </a:solidFill>
              </a:rPr>
              <a:t>“[Video] My work schedule is a nightmare. Can't guarantee opening day.”</a:t>
            </a:r>
          </a:p>
        </p:txBody>
      </p:sp>
      <p:sp>
        <p:nvSpPr>
          <p:cNvPr id="10" name="TextBox 9"/>
          <p:cNvSpPr txBox="1"/>
          <p:nvPr/>
        </p:nvSpPr>
        <p:spPr>
          <a:xfrm>
            <a:off x="640080" y="3758488"/>
            <a:ext cx="10972800" cy="400110"/>
          </a:xfrm>
          <a:prstGeom prst="rect">
            <a:avLst/>
          </a:prstGeom>
          <a:noFill/>
        </p:spPr>
        <p:txBody>
          <a:bodyPr wrap="square">
            <a:spAutoFit/>
          </a:bodyPr>
          <a:lstStyle/>
          <a:p>
            <a:r>
              <a:rPr sz="2000" b="1" i="0" dirty="0">
                <a:solidFill>
                  <a:srgbClr val="1E2761"/>
                </a:solidFill>
              </a:rPr>
              <a:t>Sheridan</a:t>
            </a:r>
          </a:p>
        </p:txBody>
      </p:sp>
      <p:sp>
        <p:nvSpPr>
          <p:cNvPr id="11" name="TextBox 10"/>
          <p:cNvSpPr txBox="1"/>
          <p:nvPr/>
        </p:nvSpPr>
        <p:spPr>
          <a:xfrm>
            <a:off x="868680" y="4169968"/>
            <a:ext cx="10515600" cy="307777"/>
          </a:xfrm>
          <a:prstGeom prst="rect">
            <a:avLst/>
          </a:prstGeom>
          <a:noFill/>
        </p:spPr>
        <p:txBody>
          <a:bodyPr wrap="square">
            <a:spAutoFit/>
          </a:bodyPr>
          <a:lstStyle/>
          <a:p>
            <a:r>
              <a:rPr sz="1400" b="0" i="1">
                <a:solidFill>
                  <a:srgbClr val="1F2937"/>
                </a:solidFill>
              </a:rPr>
              <a:t>“[Written] [yawns] Just busy at the terminal. I don't rush out for anything opening weekend anymore.”</a:t>
            </a:r>
          </a:p>
        </p:txBody>
      </p:sp>
      <p:sp>
        <p:nvSpPr>
          <p:cNvPr id="12" name="TextBox 11"/>
          <p:cNvSpPr txBox="1"/>
          <p:nvPr/>
        </p:nvSpPr>
        <p:spPr>
          <a:xfrm>
            <a:off x="868680" y="4645456"/>
            <a:ext cx="10515600" cy="307777"/>
          </a:xfrm>
          <a:prstGeom prst="rect">
            <a:avLst/>
          </a:prstGeom>
          <a:noFill/>
        </p:spPr>
        <p:txBody>
          <a:bodyPr wrap="square">
            <a:spAutoFit/>
          </a:bodyPr>
          <a:lstStyle/>
          <a:p>
            <a:r>
              <a:rPr sz="1400" b="0" i="1">
                <a:solidFill>
                  <a:srgbClr val="1F2937"/>
                </a:solidFill>
              </a:rPr>
              <a:t>“[Written] [yawns] Just my own schedule. And I prefer avoiding loud teenagers on opening night.”</a:t>
            </a:r>
          </a:p>
        </p:txBody>
      </p:sp>
      <p:sp>
        <p:nvSpPr>
          <p:cNvPr id="13" name="TextBox 12"/>
          <p:cNvSpPr txBox="1"/>
          <p:nvPr/>
        </p:nvSpPr>
        <p:spPr>
          <a:xfrm>
            <a:off x="868680" y="5120944"/>
            <a:ext cx="10515600" cy="307777"/>
          </a:xfrm>
          <a:prstGeom prst="rect">
            <a:avLst/>
          </a:prstGeom>
          <a:noFill/>
        </p:spPr>
        <p:txBody>
          <a:bodyPr wrap="square">
            <a:spAutoFit/>
          </a:bodyPr>
          <a:lstStyle/>
          <a:p>
            <a:r>
              <a:rPr sz="1400" b="0" i="1">
                <a:solidFill>
                  <a:srgbClr val="1F2937"/>
                </a:solidFill>
              </a:rPr>
              <a:t>“[Audio] [sighs heavily] work mostly. logistics is a nightmare right now so i might be too tired.”</a:t>
            </a:r>
          </a:p>
        </p:txBody>
      </p:sp>
      <p:sp>
        <p:nvSpPr>
          <p:cNvPr id="14" name="TextBox 13"/>
          <p:cNvSpPr txBox="1"/>
          <p:nvPr/>
        </p:nvSpPr>
        <p:spPr>
          <a:xfrm>
            <a:off x="868680" y="5596432"/>
            <a:ext cx="10515600" cy="307777"/>
          </a:xfrm>
          <a:prstGeom prst="rect">
            <a:avLst/>
          </a:prstGeom>
          <a:noFill/>
        </p:spPr>
        <p:txBody>
          <a:bodyPr wrap="square">
            <a:spAutoFit/>
          </a:bodyPr>
          <a:lstStyle/>
          <a:p>
            <a:r>
              <a:rPr sz="1400" b="0" i="1">
                <a:solidFill>
                  <a:srgbClr val="1F2937"/>
                </a:solidFill>
              </a:rPr>
              <a:t>“[Audio] Logistics. Plain and simple. [sighs heavily] Finding 3 free hours on a weekend requires a spreadsheet.”</a:t>
            </a:r>
          </a:p>
        </p:txBody>
      </p:sp>
      <p:sp>
        <p:nvSpPr>
          <p:cNvPr id="15" name="TextBox 14"/>
          <p:cNvSpPr txBox="1"/>
          <p:nvPr/>
        </p:nvSpPr>
        <p:spPr>
          <a:xfrm>
            <a:off x="868680" y="6071920"/>
            <a:ext cx="10515600" cy="307777"/>
          </a:xfrm>
          <a:prstGeom prst="rect">
            <a:avLst/>
          </a:prstGeom>
          <a:noFill/>
        </p:spPr>
        <p:txBody>
          <a:bodyPr wrap="square">
            <a:spAutoFit/>
          </a:bodyPr>
          <a:lstStyle/>
          <a:p>
            <a:r>
              <a:rPr sz="1400" b="0" i="1">
                <a:solidFill>
                  <a:srgbClr val="1F2937"/>
                </a:solidFill>
              </a:rPr>
              <a:t>“[Video] [cracks knuckles] Honestly, only my work schedule. Otherwise, I'm there.”</a:t>
            </a:r>
          </a:p>
        </p:txBody>
      </p:sp>
      <p:sp>
        <p:nvSpPr>
          <p:cNvPr id="16" name="TextBox 15"/>
          <p:cNvSpPr txBox="1"/>
          <p:nvPr/>
        </p:nvSpPr>
        <p:spPr>
          <a:xfrm>
            <a:off x="502920" y="6419088"/>
            <a:ext cx="11247120" cy="384048"/>
          </a:xfrm>
          <a:prstGeom prst="rect">
            <a:avLst/>
          </a:prstGeom>
          <a:noFill/>
        </p:spPr>
        <p:txBody>
          <a:bodyPr wrap="square">
            <a:spAutoFit/>
          </a:bodyPr>
          <a:lstStyle/>
          <a:p>
            <a:r>
              <a:rPr sz="850" b="0" i="0" dirty="0">
                <a:solidFill>
                  <a:srgbClr val="8A919E"/>
                </a:solidFill>
              </a:rPr>
              <a:t>Synthetic audience (model-simulated archetypes) — directional read, not fielded quant.</a:t>
            </a:r>
          </a:p>
        </p:txBody>
      </p:sp>
      <p:sp>
        <p:nvSpPr>
          <p:cNvPr id="17" name="Date Placeholder 16">
            <a:extLst>
              <a:ext uri="{FF2B5EF4-FFF2-40B4-BE49-F238E27FC236}">
                <a16:creationId xmlns:a16="http://schemas.microsoft.com/office/drawing/2014/main" id="{13F9AAFB-424E-2CC1-23DC-CAF450A1822D}"/>
              </a:ext>
            </a:extLst>
          </p:cNvPr>
          <p:cNvSpPr>
            <a:spLocks noGrp="1"/>
          </p:cNvSpPr>
          <p:nvPr>
            <p:ph type="dt" sz="half" idx="10"/>
          </p:nvPr>
        </p:nvSpPr>
        <p:spPr/>
        <p:txBody>
          <a:bodyPr/>
          <a:lstStyle/>
          <a:p>
            <a:fld id="{D7C51C0C-F83B-4EBB-8754-EB9217F7CAB3}" type="datetime1">
              <a:rPr lang="en-US" smtClean="0"/>
              <a:t>7/20/2026</a:t>
            </a:fld>
            <a:endParaRPr lang="en-US"/>
          </a:p>
        </p:txBody>
      </p:sp>
      <p:sp>
        <p:nvSpPr>
          <p:cNvPr id="18" name="Slide Number Placeholder 17">
            <a:extLst>
              <a:ext uri="{FF2B5EF4-FFF2-40B4-BE49-F238E27FC236}">
                <a16:creationId xmlns:a16="http://schemas.microsoft.com/office/drawing/2014/main" id="{157E764A-23F7-8F85-81C3-80B3C991BE35}"/>
              </a:ext>
            </a:extLst>
          </p:cNvPr>
          <p:cNvSpPr>
            <a:spLocks noGrp="1"/>
          </p:cNvSpPr>
          <p:nvPr>
            <p:ph type="sldNum" sz="quarter" idx="12"/>
          </p:nvPr>
        </p:nvSpPr>
        <p:spPr/>
        <p:txBody>
          <a:bodyPr/>
          <a:lstStyle/>
          <a:p>
            <a:fld id="{C1FF6DA9-008F-8B48-92A6-B652298478BF}" type="slidenum">
              <a:rPr lang="en-US" smtClean="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C11 — ELEMENT1: elements that increase interest (TB only)</a:t>
            </a:r>
          </a:p>
        </p:txBody>
      </p:sp>
      <p:pic>
        <p:nvPicPr>
          <p:cNvPr id="4" name="Picture 3" descr="C11_elements.png"/>
          <p:cNvPicPr>
            <a:picLocks noChangeAspect="1"/>
          </p:cNvPicPr>
          <p:nvPr/>
        </p:nvPicPr>
        <p:blipFill>
          <a:blip r:embed="rId2"/>
          <a:srcRect t="3016"/>
          <a:stretch>
            <a:fillRect/>
          </a:stretch>
        </p:blipFill>
        <p:spPr>
          <a:xfrm>
            <a:off x="2390882" y="1428902"/>
            <a:ext cx="7859274" cy="5032244"/>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TB = "Increases my interest". Goyer vs Sheridan pooled across modes; per-mode versions on request.  |  Synthetic audience (model-simulated archetypes) — directional read, not fielded quant.</a:t>
            </a:r>
          </a:p>
        </p:txBody>
      </p:sp>
      <p:sp>
        <p:nvSpPr>
          <p:cNvPr id="6" name="Date Placeholder 5">
            <a:extLst>
              <a:ext uri="{FF2B5EF4-FFF2-40B4-BE49-F238E27FC236}">
                <a16:creationId xmlns:a16="http://schemas.microsoft.com/office/drawing/2014/main" id="{64594F19-9F07-76F4-D50B-842B6C007415}"/>
              </a:ext>
            </a:extLst>
          </p:cNvPr>
          <p:cNvSpPr>
            <a:spLocks noGrp="1"/>
          </p:cNvSpPr>
          <p:nvPr>
            <p:ph type="dt" sz="half" idx="10"/>
          </p:nvPr>
        </p:nvSpPr>
        <p:spPr/>
        <p:txBody>
          <a:bodyPr/>
          <a:lstStyle/>
          <a:p>
            <a:fld id="{49E9CD36-5084-4B2B-A29C-8B2D0C2C49FE}" type="datetime1">
              <a:rPr lang="en-US" smtClean="0"/>
              <a:t>7/20/2026</a:t>
            </a:fld>
            <a:endParaRPr lang="en-US"/>
          </a:p>
        </p:txBody>
      </p:sp>
      <p:sp>
        <p:nvSpPr>
          <p:cNvPr id="7" name="Slide Number Placeholder 6">
            <a:extLst>
              <a:ext uri="{FF2B5EF4-FFF2-40B4-BE49-F238E27FC236}">
                <a16:creationId xmlns:a16="http://schemas.microsoft.com/office/drawing/2014/main" id="{F4490D1A-A9B3-B0F5-AAAD-25533C1E1CD1}"/>
              </a:ext>
            </a:extLst>
          </p:cNvPr>
          <p:cNvSpPr>
            <a:spLocks noGrp="1"/>
          </p:cNvSpPr>
          <p:nvPr>
            <p:ph type="sldNum" sz="quarter" idx="12"/>
          </p:nvPr>
        </p:nvSpPr>
        <p:spPr/>
        <p:txBody>
          <a:bodyPr/>
          <a:lstStyle/>
          <a:p>
            <a:fld id="{C1FF6DA9-008F-8B48-92A6-B652298478BF}"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pic>
        <p:nvPicPr>
          <p:cNvPr id="4" name="Picture 3" descr="C12_element2.png"/>
          <p:cNvPicPr>
            <a:picLocks noChangeAspect="1"/>
          </p:cNvPicPr>
          <p:nvPr/>
        </p:nvPicPr>
        <p:blipFill>
          <a:blip r:embed="rId2"/>
          <a:srcRect t="3678" b="2488"/>
          <a:stretch>
            <a:fillRect/>
          </a:stretch>
        </p:blipFill>
        <p:spPr>
          <a:xfrm>
            <a:off x="1924766" y="1428902"/>
            <a:ext cx="9068801" cy="4990186"/>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Multi-select among less-than-definite respondents (qre routing); bases printed. Goyer vs Sheridan pooled across modes.  |  Synthetic audience (model-simulated archetypes) — directional read, not fielded quant.</a:t>
            </a:r>
          </a:p>
        </p:txBody>
      </p:sp>
      <p:sp>
        <p:nvSpPr>
          <p:cNvPr id="6" name="Date Placeholder 5">
            <a:extLst>
              <a:ext uri="{FF2B5EF4-FFF2-40B4-BE49-F238E27FC236}">
                <a16:creationId xmlns:a16="http://schemas.microsoft.com/office/drawing/2014/main" id="{7AC7A721-FD13-62E2-D696-3E1882E7E22E}"/>
              </a:ext>
            </a:extLst>
          </p:cNvPr>
          <p:cNvSpPr>
            <a:spLocks noGrp="1"/>
          </p:cNvSpPr>
          <p:nvPr>
            <p:ph type="dt" sz="half" idx="10"/>
          </p:nvPr>
        </p:nvSpPr>
        <p:spPr/>
        <p:txBody>
          <a:bodyPr/>
          <a:lstStyle/>
          <a:p>
            <a:fld id="{C7E40148-86C0-4660-B9B8-7FF1ECAE89C9}" type="datetime1">
              <a:rPr lang="en-US" smtClean="0"/>
              <a:t>7/20/2026</a:t>
            </a:fld>
            <a:endParaRPr lang="en-US"/>
          </a:p>
        </p:txBody>
      </p:sp>
      <p:sp>
        <p:nvSpPr>
          <p:cNvPr id="7" name="Slide Number Placeholder 6">
            <a:extLst>
              <a:ext uri="{FF2B5EF4-FFF2-40B4-BE49-F238E27FC236}">
                <a16:creationId xmlns:a16="http://schemas.microsoft.com/office/drawing/2014/main" id="{417251FF-DF91-9E64-3C3C-B913D23380A5}"/>
              </a:ext>
            </a:extLst>
          </p:cNvPr>
          <p:cNvSpPr>
            <a:spLocks noGrp="1"/>
          </p:cNvSpPr>
          <p:nvPr>
            <p:ph type="sldNum" sz="quarter" idx="12"/>
          </p:nvPr>
        </p:nvSpPr>
        <p:spPr/>
        <p:txBody>
          <a:bodyPr/>
          <a:lstStyle/>
          <a:p>
            <a:fld id="{C1FF6DA9-008F-8B48-92A6-B652298478BF}" type="slidenum">
              <a:rPr lang="en-US" smtClean="0"/>
              <a:t>40</a:t>
            </a:fld>
            <a:endParaRPr lang="en-US"/>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C12 — ELEMENT2: what would raise interest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dirty="0">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C13 — AUD1: who </a:t>
            </a:r>
            <a:r>
              <a:rPr lang="en-US" sz="1600" b="1" i="0" dirty="0">
                <a:solidFill>
                  <a:srgbClr val="6B7280"/>
                </a:solidFill>
              </a:rPr>
              <a:t>is this </a:t>
            </a:r>
            <a:r>
              <a:rPr sz="1600" b="1" i="0" dirty="0">
                <a:solidFill>
                  <a:srgbClr val="6B7280"/>
                </a:solidFill>
              </a:rPr>
              <a:t>the movie is for</a:t>
            </a:r>
          </a:p>
        </p:txBody>
      </p:sp>
      <p:pic>
        <p:nvPicPr>
          <p:cNvPr id="4" name="Picture 3" descr="C13_aud1.png"/>
          <p:cNvPicPr>
            <a:picLocks noChangeAspect="1"/>
          </p:cNvPicPr>
          <p:nvPr/>
        </p:nvPicPr>
        <p:blipFill>
          <a:blip r:embed="rId2"/>
          <a:stretch>
            <a:fillRect/>
          </a:stretch>
        </p:blipFill>
        <p:spPr>
          <a:xfrm>
            <a:off x="1478158" y="1325880"/>
            <a:ext cx="9235378"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All answers. Within-subject: the same 998 personas sit in every test — series are not independent samples.  |  Synthetic audience (model-simulated archetypes) — directional read, not fielded quant.</a:t>
            </a:r>
          </a:p>
        </p:txBody>
      </p:sp>
      <p:sp>
        <p:nvSpPr>
          <p:cNvPr id="6" name="Date Placeholder 5">
            <a:extLst>
              <a:ext uri="{FF2B5EF4-FFF2-40B4-BE49-F238E27FC236}">
                <a16:creationId xmlns:a16="http://schemas.microsoft.com/office/drawing/2014/main" id="{E1734FEF-A4D9-B9B4-99C5-8E25BF7EC8F4}"/>
              </a:ext>
            </a:extLst>
          </p:cNvPr>
          <p:cNvSpPr>
            <a:spLocks noGrp="1"/>
          </p:cNvSpPr>
          <p:nvPr>
            <p:ph type="dt" sz="half" idx="10"/>
          </p:nvPr>
        </p:nvSpPr>
        <p:spPr/>
        <p:txBody>
          <a:bodyPr/>
          <a:lstStyle/>
          <a:p>
            <a:fld id="{2E96A266-4DFC-4EC1-BBFE-B2F58947747C}" type="datetime1">
              <a:rPr lang="en-US" smtClean="0"/>
              <a:t>7/20/2026</a:t>
            </a:fld>
            <a:endParaRPr lang="en-US"/>
          </a:p>
        </p:txBody>
      </p:sp>
      <p:sp>
        <p:nvSpPr>
          <p:cNvPr id="7" name="Slide Number Placeholder 6">
            <a:extLst>
              <a:ext uri="{FF2B5EF4-FFF2-40B4-BE49-F238E27FC236}">
                <a16:creationId xmlns:a16="http://schemas.microsoft.com/office/drawing/2014/main" id="{F15E9BBA-AC11-D391-F7A2-62CB97D4FD69}"/>
              </a:ext>
            </a:extLst>
          </p:cNvPr>
          <p:cNvSpPr>
            <a:spLocks noGrp="1"/>
          </p:cNvSpPr>
          <p:nvPr>
            <p:ph type="sldNum" sz="quarter" idx="12"/>
          </p:nvPr>
        </p:nvSpPr>
        <p:spPr/>
        <p:txBody>
          <a:bodyPr/>
          <a:lstStyle/>
          <a:p>
            <a:fld id="{C1FF6DA9-008F-8B48-92A6-B652298478BF}"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a:solidFill>
                  <a:srgbClr val="6B7280"/>
                </a:solidFill>
              </a:rPr>
              <a:t>C14 — AUD2: who would enjoy it most</a:t>
            </a:r>
          </a:p>
        </p:txBody>
      </p:sp>
      <p:pic>
        <p:nvPicPr>
          <p:cNvPr id="4" name="Picture 3" descr="C14_aud2.png"/>
          <p:cNvPicPr>
            <a:picLocks noChangeAspect="1"/>
          </p:cNvPicPr>
          <p:nvPr/>
        </p:nvPicPr>
        <p:blipFill>
          <a:blip r:embed="rId2"/>
          <a:stretch>
            <a:fillRect/>
          </a:stretch>
        </p:blipFill>
        <p:spPr>
          <a:xfrm>
            <a:off x="518007" y="1401142"/>
            <a:ext cx="11155680" cy="4867642"/>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Multi-select; Goyer vs Sheridan pooled across modes.  |  Synthetic audience (model-simulated archetypes) — directional read, not fielded quant.</a:t>
            </a:r>
          </a:p>
        </p:txBody>
      </p:sp>
      <p:sp>
        <p:nvSpPr>
          <p:cNvPr id="6" name="Date Placeholder 5">
            <a:extLst>
              <a:ext uri="{FF2B5EF4-FFF2-40B4-BE49-F238E27FC236}">
                <a16:creationId xmlns:a16="http://schemas.microsoft.com/office/drawing/2014/main" id="{0658899A-93E6-D541-6ADF-E1D13220EB7C}"/>
              </a:ext>
            </a:extLst>
          </p:cNvPr>
          <p:cNvSpPr>
            <a:spLocks noGrp="1"/>
          </p:cNvSpPr>
          <p:nvPr>
            <p:ph type="dt" sz="half" idx="10"/>
          </p:nvPr>
        </p:nvSpPr>
        <p:spPr/>
        <p:txBody>
          <a:bodyPr/>
          <a:lstStyle/>
          <a:p>
            <a:fld id="{31DB30EF-7261-4398-BC9F-ED24F0ED407F}" type="datetime1">
              <a:rPr lang="en-US" smtClean="0"/>
              <a:t>7/20/2026</a:t>
            </a:fld>
            <a:endParaRPr lang="en-US"/>
          </a:p>
        </p:txBody>
      </p:sp>
      <p:sp>
        <p:nvSpPr>
          <p:cNvPr id="7" name="Slide Number Placeholder 6">
            <a:extLst>
              <a:ext uri="{FF2B5EF4-FFF2-40B4-BE49-F238E27FC236}">
                <a16:creationId xmlns:a16="http://schemas.microsoft.com/office/drawing/2014/main" id="{C46DACAE-E110-C77F-8E18-B6D457DFB5AF}"/>
              </a:ext>
            </a:extLst>
          </p:cNvPr>
          <p:cNvSpPr>
            <a:spLocks noGrp="1"/>
          </p:cNvSpPr>
          <p:nvPr>
            <p:ph type="sldNum" sz="quarter" idx="12"/>
          </p:nvPr>
        </p:nvSpPr>
        <p:spPr/>
        <p:txBody>
          <a:bodyPr/>
          <a:lstStyle/>
          <a:p>
            <a:fld id="{C1FF6DA9-008F-8B48-92A6-B652298478BF}" type="slidenum">
              <a:rPr lang="en-US" smtClean="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a:solidFill>
                  <a:srgbClr val="6B7280"/>
                </a:solidFill>
              </a:rPr>
              <a:t>C15 — AUD3: appeal beyond Fatal Fury awareness</a:t>
            </a:r>
          </a:p>
        </p:txBody>
      </p:sp>
      <p:pic>
        <p:nvPicPr>
          <p:cNvPr id="4" name="Picture 3" descr="C15_aud3.png"/>
          <p:cNvPicPr>
            <a:picLocks noChangeAspect="1"/>
          </p:cNvPicPr>
          <p:nvPr/>
        </p:nvPicPr>
        <p:blipFill>
          <a:blip r:embed="rId2"/>
          <a:stretch>
            <a:fillRect/>
          </a:stretch>
        </p:blipFill>
        <p:spPr>
          <a:xfrm>
            <a:off x="917244" y="1404709"/>
            <a:ext cx="10357206" cy="4892040"/>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All answers + T2B. Within-subject: the same 998 personas sit in every test — series are not independent samples.  |  Synthetic audience (model-simulated archetypes) — directional read, not fielded quant.</a:t>
            </a:r>
          </a:p>
        </p:txBody>
      </p:sp>
      <p:sp>
        <p:nvSpPr>
          <p:cNvPr id="6" name="Date Placeholder 5">
            <a:extLst>
              <a:ext uri="{FF2B5EF4-FFF2-40B4-BE49-F238E27FC236}">
                <a16:creationId xmlns:a16="http://schemas.microsoft.com/office/drawing/2014/main" id="{9873E8F1-B6CC-CE9A-5CCD-24B625EBB37F}"/>
              </a:ext>
            </a:extLst>
          </p:cNvPr>
          <p:cNvSpPr>
            <a:spLocks noGrp="1"/>
          </p:cNvSpPr>
          <p:nvPr>
            <p:ph type="dt" sz="half" idx="10"/>
          </p:nvPr>
        </p:nvSpPr>
        <p:spPr/>
        <p:txBody>
          <a:bodyPr/>
          <a:lstStyle/>
          <a:p>
            <a:fld id="{A017F821-5971-41B2-8668-CD98DEC6D899}" type="datetime1">
              <a:rPr lang="en-US" smtClean="0"/>
              <a:t>7/20/2026</a:t>
            </a:fld>
            <a:endParaRPr lang="en-US"/>
          </a:p>
        </p:txBody>
      </p:sp>
      <p:sp>
        <p:nvSpPr>
          <p:cNvPr id="7" name="Slide Number Placeholder 6">
            <a:extLst>
              <a:ext uri="{FF2B5EF4-FFF2-40B4-BE49-F238E27FC236}">
                <a16:creationId xmlns:a16="http://schemas.microsoft.com/office/drawing/2014/main" id="{7437627D-1822-F72F-17FC-A7A57F81217D}"/>
              </a:ext>
            </a:extLst>
          </p:cNvPr>
          <p:cNvSpPr>
            <a:spLocks noGrp="1"/>
          </p:cNvSpPr>
          <p:nvPr>
            <p:ph type="sldNum" sz="quarter" idx="12"/>
          </p:nvPr>
        </p:nvSpPr>
        <p:spPr/>
        <p:txBody>
          <a:bodyPr/>
          <a:lstStyle/>
          <a:p>
            <a:fld id="{C1FF6DA9-008F-8B48-92A6-B652298478BF}" type="slidenum">
              <a:rPr lang="en-US" smtClean="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a:solidFill>
                  <a:srgbClr val="6B7280"/>
                </a:solidFill>
              </a:rPr>
              <a:t>C16 — SEEWITH: who they would see it with</a:t>
            </a:r>
          </a:p>
        </p:txBody>
      </p:sp>
      <p:pic>
        <p:nvPicPr>
          <p:cNvPr id="4" name="Picture 3" descr="C16_seewith.png"/>
          <p:cNvPicPr>
            <a:picLocks noChangeAspect="1"/>
          </p:cNvPicPr>
          <p:nvPr/>
        </p:nvPicPr>
        <p:blipFill>
          <a:blip r:embed="rId2"/>
          <a:stretch>
            <a:fillRect/>
          </a:stretch>
        </p:blipFill>
        <p:spPr>
          <a:xfrm>
            <a:off x="308948" y="1428902"/>
            <a:ext cx="11854688" cy="4585517"/>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Multi-select; Goyer vs Sheridan pooled across modes.  |  Synthetic audience (model-simulated archetypes) — directional read, not fielded quant.</a:t>
            </a:r>
          </a:p>
        </p:txBody>
      </p:sp>
      <p:sp>
        <p:nvSpPr>
          <p:cNvPr id="6" name="Date Placeholder 5">
            <a:extLst>
              <a:ext uri="{FF2B5EF4-FFF2-40B4-BE49-F238E27FC236}">
                <a16:creationId xmlns:a16="http://schemas.microsoft.com/office/drawing/2014/main" id="{D8BC1663-99DC-B8AA-53E0-AF9BB62E53DE}"/>
              </a:ext>
            </a:extLst>
          </p:cNvPr>
          <p:cNvSpPr>
            <a:spLocks noGrp="1"/>
          </p:cNvSpPr>
          <p:nvPr>
            <p:ph type="dt" sz="half" idx="10"/>
          </p:nvPr>
        </p:nvSpPr>
        <p:spPr/>
        <p:txBody>
          <a:bodyPr/>
          <a:lstStyle/>
          <a:p>
            <a:fld id="{B7D54A69-EED1-439E-BE1D-A2C9B2A80203}" type="datetime1">
              <a:rPr lang="en-US" smtClean="0"/>
              <a:t>7/20/2026</a:t>
            </a:fld>
            <a:endParaRPr lang="en-US"/>
          </a:p>
        </p:txBody>
      </p:sp>
      <p:sp>
        <p:nvSpPr>
          <p:cNvPr id="7" name="Slide Number Placeholder 6">
            <a:extLst>
              <a:ext uri="{FF2B5EF4-FFF2-40B4-BE49-F238E27FC236}">
                <a16:creationId xmlns:a16="http://schemas.microsoft.com/office/drawing/2014/main" id="{5E3FEFE3-783E-759E-50B2-4C5260B2CB17}"/>
              </a:ext>
            </a:extLst>
          </p:cNvPr>
          <p:cNvSpPr>
            <a:spLocks noGrp="1"/>
          </p:cNvSpPr>
          <p:nvPr>
            <p:ph type="sldNum" sz="quarter" idx="12"/>
          </p:nvPr>
        </p:nvSpPr>
        <p:spPr/>
        <p:txBody>
          <a:bodyPr/>
          <a:lstStyle/>
          <a:p>
            <a:fld id="{C1FF6DA9-008F-8B48-92A6-B652298478BF}"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C17 — PLATFORM: gaming platforms used</a:t>
            </a:r>
          </a:p>
        </p:txBody>
      </p:sp>
      <p:pic>
        <p:nvPicPr>
          <p:cNvPr id="4" name="Picture 3" descr="C17_platform.png"/>
          <p:cNvPicPr>
            <a:picLocks noChangeAspect="1"/>
          </p:cNvPicPr>
          <p:nvPr/>
        </p:nvPicPr>
        <p:blipFill>
          <a:blip r:embed="rId2"/>
          <a:stretch>
            <a:fillRect/>
          </a:stretch>
        </p:blipFill>
        <p:spPr>
          <a:xfrm>
            <a:off x="1024303" y="1431454"/>
            <a:ext cx="10641172" cy="4598732"/>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Profile question — pooled across the 6 tests.  |  Synthetic audience (model-simulated archetypes) — directional read, not fielded quant.</a:t>
            </a:r>
          </a:p>
        </p:txBody>
      </p:sp>
      <p:sp>
        <p:nvSpPr>
          <p:cNvPr id="6" name="Date Placeholder 5">
            <a:extLst>
              <a:ext uri="{FF2B5EF4-FFF2-40B4-BE49-F238E27FC236}">
                <a16:creationId xmlns:a16="http://schemas.microsoft.com/office/drawing/2014/main" id="{2EEAFF93-5A69-03E3-760B-733BEEFEEC92}"/>
              </a:ext>
            </a:extLst>
          </p:cNvPr>
          <p:cNvSpPr>
            <a:spLocks noGrp="1"/>
          </p:cNvSpPr>
          <p:nvPr>
            <p:ph type="dt" sz="half" idx="10"/>
          </p:nvPr>
        </p:nvSpPr>
        <p:spPr/>
        <p:txBody>
          <a:bodyPr/>
          <a:lstStyle/>
          <a:p>
            <a:fld id="{358D61A7-A549-4928-8738-C205B3AD65F8}" type="datetime1">
              <a:rPr lang="en-US" smtClean="0"/>
              <a:t>7/20/2026</a:t>
            </a:fld>
            <a:endParaRPr lang="en-US"/>
          </a:p>
        </p:txBody>
      </p:sp>
      <p:sp>
        <p:nvSpPr>
          <p:cNvPr id="7" name="Slide Number Placeholder 6">
            <a:extLst>
              <a:ext uri="{FF2B5EF4-FFF2-40B4-BE49-F238E27FC236}">
                <a16:creationId xmlns:a16="http://schemas.microsoft.com/office/drawing/2014/main" id="{839E6722-8561-AC50-B79B-2631321D2FF7}"/>
              </a:ext>
            </a:extLst>
          </p:cNvPr>
          <p:cNvSpPr>
            <a:spLocks noGrp="1"/>
          </p:cNvSpPr>
          <p:nvPr>
            <p:ph type="sldNum" sz="quarter" idx="12"/>
          </p:nvPr>
        </p:nvSpPr>
        <p:spPr/>
        <p:txBody>
          <a:bodyPr/>
          <a:lstStyle/>
          <a:p>
            <a:fld id="{C1FF6DA9-008F-8B48-92A6-B652298478BF}"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C18 — SOCIAL: discovery apps</a:t>
            </a:r>
          </a:p>
        </p:txBody>
      </p:sp>
      <p:pic>
        <p:nvPicPr>
          <p:cNvPr id="4" name="Picture 3" descr="C18_social.png"/>
          <p:cNvPicPr>
            <a:picLocks noChangeAspect="1"/>
          </p:cNvPicPr>
          <p:nvPr/>
        </p:nvPicPr>
        <p:blipFill>
          <a:blip r:embed="rId2"/>
          <a:srcRect l="2788" t="4625" b="22412"/>
          <a:stretch>
            <a:fillRect/>
          </a:stretch>
        </p:blipFill>
        <p:spPr>
          <a:xfrm>
            <a:off x="2205536" y="1511304"/>
            <a:ext cx="8136643" cy="4722695"/>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Profile question — pooled across the 6 tests.  |  Synthetic audience (model-simulated archetypes) — directional read, not fielded quant.</a:t>
            </a:r>
          </a:p>
        </p:txBody>
      </p:sp>
      <p:sp>
        <p:nvSpPr>
          <p:cNvPr id="6" name="Date Placeholder 5">
            <a:extLst>
              <a:ext uri="{FF2B5EF4-FFF2-40B4-BE49-F238E27FC236}">
                <a16:creationId xmlns:a16="http://schemas.microsoft.com/office/drawing/2014/main" id="{A733A699-6384-5C13-1637-23AFCAB288E1}"/>
              </a:ext>
            </a:extLst>
          </p:cNvPr>
          <p:cNvSpPr>
            <a:spLocks noGrp="1"/>
          </p:cNvSpPr>
          <p:nvPr>
            <p:ph type="dt" sz="half" idx="10"/>
          </p:nvPr>
        </p:nvSpPr>
        <p:spPr/>
        <p:txBody>
          <a:bodyPr/>
          <a:lstStyle/>
          <a:p>
            <a:fld id="{6DEFE4CC-AB28-43F5-A91B-332CBE04CBEB}" type="datetime1">
              <a:rPr lang="en-US" smtClean="0"/>
              <a:t>7/20/2026</a:t>
            </a:fld>
            <a:endParaRPr lang="en-US"/>
          </a:p>
        </p:txBody>
      </p:sp>
      <p:sp>
        <p:nvSpPr>
          <p:cNvPr id="7" name="Slide Number Placeholder 6">
            <a:extLst>
              <a:ext uri="{FF2B5EF4-FFF2-40B4-BE49-F238E27FC236}">
                <a16:creationId xmlns:a16="http://schemas.microsoft.com/office/drawing/2014/main" id="{EE639C03-F52B-93E7-0CF4-326F0C640B25}"/>
              </a:ext>
            </a:extLst>
          </p:cNvPr>
          <p:cNvSpPr>
            <a:spLocks noGrp="1"/>
          </p:cNvSpPr>
          <p:nvPr>
            <p:ph type="sldNum" sz="quarter" idx="12"/>
          </p:nvPr>
        </p:nvSpPr>
        <p:spPr/>
        <p:txBody>
          <a:bodyPr/>
          <a:lstStyle/>
          <a:p>
            <a:fld id="{C1FF6DA9-008F-8B48-92A6-B652298478BF}"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C20 — IMPROVE: how to make it more appealing — OPTION B: themes</a:t>
            </a:r>
          </a:p>
        </p:txBody>
      </p:sp>
      <p:pic>
        <p:nvPicPr>
          <p:cNvPr id="4" name="Picture 3" descr="C20_improve.png"/>
          <p:cNvPicPr>
            <a:picLocks noChangeAspect="1"/>
          </p:cNvPicPr>
          <p:nvPr/>
        </p:nvPicPr>
        <p:blipFill>
          <a:blip r:embed="rId2"/>
          <a:stretch>
            <a:fillRect/>
          </a:stretch>
        </p:blipFill>
        <p:spPr>
          <a:xfrm>
            <a:off x="518007" y="1345150"/>
            <a:ext cx="11155679" cy="4853498"/>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Keyword-coded themes (approximate). Pick B or the verbatim board (next slide).  |  Synthetic audience (model-simulated archetypes) — directional read, not fielded quant.</a:t>
            </a:r>
          </a:p>
        </p:txBody>
      </p:sp>
      <p:sp>
        <p:nvSpPr>
          <p:cNvPr id="6" name="Date Placeholder 5">
            <a:extLst>
              <a:ext uri="{FF2B5EF4-FFF2-40B4-BE49-F238E27FC236}">
                <a16:creationId xmlns:a16="http://schemas.microsoft.com/office/drawing/2014/main" id="{0C26804E-A3CD-334D-7896-6410526479F4}"/>
              </a:ext>
            </a:extLst>
          </p:cNvPr>
          <p:cNvSpPr>
            <a:spLocks noGrp="1"/>
          </p:cNvSpPr>
          <p:nvPr>
            <p:ph type="dt" sz="half" idx="10"/>
          </p:nvPr>
        </p:nvSpPr>
        <p:spPr/>
        <p:txBody>
          <a:bodyPr/>
          <a:lstStyle/>
          <a:p>
            <a:fld id="{F89DD5F4-2767-4AF8-82ED-8A1BBD5A39CA}" type="datetime1">
              <a:rPr lang="en-US" smtClean="0"/>
              <a:t>7/20/2026</a:t>
            </a:fld>
            <a:endParaRPr lang="en-US"/>
          </a:p>
        </p:txBody>
      </p:sp>
      <p:sp>
        <p:nvSpPr>
          <p:cNvPr id="7" name="Slide Number Placeholder 6">
            <a:extLst>
              <a:ext uri="{FF2B5EF4-FFF2-40B4-BE49-F238E27FC236}">
                <a16:creationId xmlns:a16="http://schemas.microsoft.com/office/drawing/2014/main" id="{5BC12D50-51EA-9171-188F-9C651E34B6AE}"/>
              </a:ext>
            </a:extLst>
          </p:cNvPr>
          <p:cNvSpPr>
            <a:spLocks noGrp="1"/>
          </p:cNvSpPr>
          <p:nvPr>
            <p:ph type="sldNum" sz="quarter" idx="12"/>
          </p:nvPr>
        </p:nvSpPr>
        <p:spPr/>
        <p:txBody>
          <a:bodyPr/>
          <a:lstStyle/>
          <a:p>
            <a:fld id="{C1FF6DA9-008F-8B48-92A6-B652298478BF}"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a:solidFill>
                  <a:srgbClr val="B0B7C3"/>
                </a:solidFill>
              </a:rPr>
              <a:t>[ Headline — to be written ]</a:t>
            </a:r>
          </a:p>
        </p:txBody>
      </p:sp>
      <p:sp>
        <p:nvSpPr>
          <p:cNvPr id="3" name="TextBox 2"/>
          <p:cNvSpPr txBox="1"/>
          <p:nvPr/>
        </p:nvSpPr>
        <p:spPr>
          <a:xfrm>
            <a:off x="502920" y="932688"/>
            <a:ext cx="11155680" cy="338554"/>
          </a:xfrm>
          <a:prstGeom prst="rect">
            <a:avLst/>
          </a:prstGeom>
          <a:noFill/>
        </p:spPr>
        <p:txBody>
          <a:bodyPr wrap="square">
            <a:spAutoFit/>
          </a:bodyPr>
          <a:lstStyle/>
          <a:p>
            <a:r>
              <a:rPr sz="1600" b="1" i="0">
                <a:solidFill>
                  <a:srgbClr val="6B7280"/>
                </a:solidFill>
              </a:rPr>
              <a:t>C20v — IMPROVE — OPTION A: verbatim board</a:t>
            </a:r>
          </a:p>
        </p:txBody>
      </p:sp>
      <p:sp>
        <p:nvSpPr>
          <p:cNvPr id="4" name="TextBox 3"/>
          <p:cNvSpPr txBox="1"/>
          <p:nvPr/>
        </p:nvSpPr>
        <p:spPr>
          <a:xfrm>
            <a:off x="548640" y="1371600"/>
            <a:ext cx="5394960" cy="365760"/>
          </a:xfrm>
          <a:prstGeom prst="rect">
            <a:avLst/>
          </a:prstGeom>
          <a:noFill/>
        </p:spPr>
        <p:txBody>
          <a:bodyPr wrap="square">
            <a:spAutoFit/>
          </a:bodyPr>
          <a:lstStyle/>
          <a:p>
            <a:r>
              <a:rPr sz="1400" b="1" i="0">
                <a:solidFill>
                  <a:srgbClr val="1E2761"/>
                </a:solidFill>
              </a:rPr>
              <a:t>Goyer</a:t>
            </a:r>
          </a:p>
        </p:txBody>
      </p:sp>
      <p:sp>
        <p:nvSpPr>
          <p:cNvPr id="5" name="TextBox 4"/>
          <p:cNvSpPr txBox="1"/>
          <p:nvPr/>
        </p:nvSpPr>
        <p:spPr>
          <a:xfrm>
            <a:off x="685800" y="1828800"/>
            <a:ext cx="5257800" cy="430887"/>
          </a:xfrm>
          <a:prstGeom prst="rect">
            <a:avLst/>
          </a:prstGeom>
          <a:noFill/>
        </p:spPr>
        <p:txBody>
          <a:bodyPr wrap="square">
            <a:spAutoFit/>
          </a:bodyPr>
          <a:lstStyle/>
          <a:p>
            <a:r>
              <a:rPr sz="1100" b="0" i="1" dirty="0">
                <a:solidFill>
                  <a:srgbClr val="1F2937"/>
                </a:solidFill>
              </a:rPr>
              <a:t>“[Written] Just keep the fights grounded. Drop the weird medical exemption fluff. Focus on the physical spacing and tactical combat that makes the games so satisfying.”</a:t>
            </a:r>
          </a:p>
        </p:txBody>
      </p:sp>
      <p:sp>
        <p:nvSpPr>
          <p:cNvPr id="6" name="TextBox 5"/>
          <p:cNvSpPr txBox="1"/>
          <p:nvPr/>
        </p:nvSpPr>
        <p:spPr>
          <a:xfrm>
            <a:off x="685800" y="2578608"/>
            <a:ext cx="5257800" cy="430887"/>
          </a:xfrm>
          <a:prstGeom prst="rect">
            <a:avLst/>
          </a:prstGeom>
          <a:noFill/>
        </p:spPr>
        <p:txBody>
          <a:bodyPr wrap="square">
            <a:spAutoFit/>
          </a:bodyPr>
          <a:lstStyle/>
          <a:p>
            <a:r>
              <a:rPr sz="1100" b="0" i="1" dirty="0">
                <a:solidFill>
                  <a:srgbClr val="1F2937"/>
                </a:solidFill>
              </a:rPr>
              <a:t>“[Written] focus more on terry and </a:t>
            </a:r>
            <a:r>
              <a:rPr sz="1100" b="0" i="1" dirty="0" err="1">
                <a:solidFill>
                  <a:srgbClr val="1F2937"/>
                </a:solidFill>
              </a:rPr>
              <a:t>andy's</a:t>
            </a:r>
            <a:r>
              <a:rPr sz="1100" b="0" i="1" dirty="0">
                <a:solidFill>
                  <a:srgbClr val="1F2937"/>
                </a:solidFill>
              </a:rPr>
              <a:t> relationship. make me care about them as a family before they have to fight.”</a:t>
            </a:r>
          </a:p>
        </p:txBody>
      </p:sp>
      <p:sp>
        <p:nvSpPr>
          <p:cNvPr id="7" name="TextBox 6"/>
          <p:cNvSpPr txBox="1"/>
          <p:nvPr/>
        </p:nvSpPr>
        <p:spPr>
          <a:xfrm>
            <a:off x="685800" y="3328415"/>
            <a:ext cx="5257800" cy="430887"/>
          </a:xfrm>
          <a:prstGeom prst="rect">
            <a:avLst/>
          </a:prstGeom>
          <a:noFill/>
        </p:spPr>
        <p:txBody>
          <a:bodyPr wrap="square">
            <a:spAutoFit/>
          </a:bodyPr>
          <a:lstStyle/>
          <a:p>
            <a:r>
              <a:rPr sz="1100" b="0" i="1" dirty="0">
                <a:solidFill>
                  <a:srgbClr val="1F2937"/>
                </a:solidFill>
              </a:rPr>
              <a:t>“[Audio] Finish the damn story. Don't leave me hanging after an hour of reading. Make sure Geese actually fights and doesn't just sit in a tower.”</a:t>
            </a:r>
          </a:p>
        </p:txBody>
      </p:sp>
      <p:sp>
        <p:nvSpPr>
          <p:cNvPr id="8" name="TextBox 7"/>
          <p:cNvSpPr txBox="1"/>
          <p:nvPr/>
        </p:nvSpPr>
        <p:spPr>
          <a:xfrm>
            <a:off x="685800" y="4078224"/>
            <a:ext cx="5257800" cy="261610"/>
          </a:xfrm>
          <a:prstGeom prst="rect">
            <a:avLst/>
          </a:prstGeom>
          <a:noFill/>
        </p:spPr>
        <p:txBody>
          <a:bodyPr wrap="square">
            <a:spAutoFit/>
          </a:bodyPr>
          <a:lstStyle/>
          <a:p>
            <a:r>
              <a:rPr sz="1100" b="0" i="1">
                <a:solidFill>
                  <a:srgbClr val="1F2937"/>
                </a:solidFill>
              </a:rPr>
              <a:t>“[Audio] [slumps in chair] Just keep it fast. Don't let it drag. Less talking, more kicking.”</a:t>
            </a:r>
          </a:p>
        </p:txBody>
      </p:sp>
      <p:sp>
        <p:nvSpPr>
          <p:cNvPr id="9" name="TextBox 8"/>
          <p:cNvSpPr txBox="1"/>
          <p:nvPr/>
        </p:nvSpPr>
        <p:spPr>
          <a:xfrm>
            <a:off x="685800" y="4828032"/>
            <a:ext cx="5257800" cy="261610"/>
          </a:xfrm>
          <a:prstGeom prst="rect">
            <a:avLst/>
          </a:prstGeom>
          <a:noFill/>
        </p:spPr>
        <p:txBody>
          <a:bodyPr wrap="square">
            <a:spAutoFit/>
          </a:bodyPr>
          <a:lstStyle/>
          <a:p>
            <a:r>
              <a:rPr sz="1100" b="0" i="1">
                <a:solidFill>
                  <a:srgbClr val="1F2937"/>
                </a:solidFill>
              </a:rPr>
              <a:t>“[Video] Just keep the fights brutal and easy to follow. Less talking, more punching.”</a:t>
            </a:r>
          </a:p>
        </p:txBody>
      </p:sp>
      <p:sp>
        <p:nvSpPr>
          <p:cNvPr id="10" name="TextBox 9"/>
          <p:cNvSpPr txBox="1"/>
          <p:nvPr/>
        </p:nvSpPr>
        <p:spPr>
          <a:xfrm>
            <a:off x="685800" y="5577840"/>
            <a:ext cx="5257800" cy="430887"/>
          </a:xfrm>
          <a:prstGeom prst="rect">
            <a:avLst/>
          </a:prstGeom>
          <a:noFill/>
        </p:spPr>
        <p:txBody>
          <a:bodyPr wrap="square">
            <a:spAutoFit/>
          </a:bodyPr>
          <a:lstStyle/>
          <a:p>
            <a:r>
              <a:rPr sz="1100" b="0" i="1">
                <a:solidFill>
                  <a:srgbClr val="1F2937"/>
                </a:solidFill>
              </a:rPr>
              <a:t>“[Video] Make sure the relationships matter. Show me why Terry cares about Andy or Mai, don't just have them pop in for a cameo and leave.”</a:t>
            </a:r>
          </a:p>
        </p:txBody>
      </p:sp>
      <p:sp>
        <p:nvSpPr>
          <p:cNvPr id="11" name="TextBox 10"/>
          <p:cNvSpPr txBox="1"/>
          <p:nvPr/>
        </p:nvSpPr>
        <p:spPr>
          <a:xfrm>
            <a:off x="6263640" y="1371600"/>
            <a:ext cx="5394960" cy="365760"/>
          </a:xfrm>
          <a:prstGeom prst="rect">
            <a:avLst/>
          </a:prstGeom>
          <a:noFill/>
        </p:spPr>
        <p:txBody>
          <a:bodyPr wrap="square">
            <a:spAutoFit/>
          </a:bodyPr>
          <a:lstStyle/>
          <a:p>
            <a:r>
              <a:rPr sz="1400" b="1" i="0">
                <a:solidFill>
                  <a:srgbClr val="1E2761"/>
                </a:solidFill>
              </a:rPr>
              <a:t>Sheridan</a:t>
            </a:r>
          </a:p>
        </p:txBody>
      </p:sp>
      <p:sp>
        <p:nvSpPr>
          <p:cNvPr id="12" name="TextBox 11"/>
          <p:cNvSpPr txBox="1"/>
          <p:nvPr/>
        </p:nvSpPr>
        <p:spPr>
          <a:xfrm>
            <a:off x="6400800" y="1828800"/>
            <a:ext cx="5257800" cy="430887"/>
          </a:xfrm>
          <a:prstGeom prst="rect">
            <a:avLst/>
          </a:prstGeom>
          <a:noFill/>
        </p:spPr>
        <p:txBody>
          <a:bodyPr wrap="square">
            <a:spAutoFit/>
          </a:bodyPr>
          <a:lstStyle/>
          <a:p>
            <a:r>
              <a:rPr sz="1100" b="0" i="1">
                <a:solidFill>
                  <a:srgbClr val="1F2937"/>
                </a:solidFill>
              </a:rPr>
              <a:t>“[Written] Make the final fight more about pure skill and less about 'hearing voices'. Just let them brawl.”</a:t>
            </a:r>
          </a:p>
        </p:txBody>
      </p:sp>
      <p:sp>
        <p:nvSpPr>
          <p:cNvPr id="13" name="TextBox 12"/>
          <p:cNvSpPr txBox="1"/>
          <p:nvPr/>
        </p:nvSpPr>
        <p:spPr>
          <a:xfrm>
            <a:off x="6400800" y="2578608"/>
            <a:ext cx="5257800" cy="430887"/>
          </a:xfrm>
          <a:prstGeom prst="rect">
            <a:avLst/>
          </a:prstGeom>
          <a:noFill/>
        </p:spPr>
        <p:txBody>
          <a:bodyPr wrap="square">
            <a:spAutoFit/>
          </a:bodyPr>
          <a:lstStyle/>
          <a:p>
            <a:r>
              <a:rPr sz="1100" b="0" i="1">
                <a:solidFill>
                  <a:srgbClr val="1F2937"/>
                </a:solidFill>
              </a:rPr>
              <a:t>“[Written] Make sure the final fight at Geese Tower doesn't rely on bad CGI. Keep the combat brutal and technical.”</a:t>
            </a:r>
          </a:p>
        </p:txBody>
      </p:sp>
      <p:sp>
        <p:nvSpPr>
          <p:cNvPr id="14" name="TextBox 13"/>
          <p:cNvSpPr txBox="1"/>
          <p:nvPr/>
        </p:nvSpPr>
        <p:spPr>
          <a:xfrm>
            <a:off x="6400800" y="3328415"/>
            <a:ext cx="5257800" cy="261610"/>
          </a:xfrm>
          <a:prstGeom prst="rect">
            <a:avLst/>
          </a:prstGeom>
          <a:noFill/>
        </p:spPr>
        <p:txBody>
          <a:bodyPr wrap="square">
            <a:spAutoFit/>
          </a:bodyPr>
          <a:lstStyle/>
          <a:p>
            <a:r>
              <a:rPr sz="1100" b="0" i="1">
                <a:solidFill>
                  <a:srgbClr val="1F2937"/>
                </a:solidFill>
              </a:rPr>
              <a:t>“[Audio] just show more geese howard doing cool villain stuff. dont overthink the plot.”</a:t>
            </a:r>
          </a:p>
        </p:txBody>
      </p:sp>
      <p:sp>
        <p:nvSpPr>
          <p:cNvPr id="15" name="TextBox 14"/>
          <p:cNvSpPr txBox="1"/>
          <p:nvPr/>
        </p:nvSpPr>
        <p:spPr>
          <a:xfrm>
            <a:off x="6400800" y="4078224"/>
            <a:ext cx="5257800" cy="430887"/>
          </a:xfrm>
          <a:prstGeom prst="rect">
            <a:avLst/>
          </a:prstGeom>
          <a:noFill/>
        </p:spPr>
        <p:txBody>
          <a:bodyPr wrap="square">
            <a:spAutoFit/>
          </a:bodyPr>
          <a:lstStyle/>
          <a:p>
            <a:r>
              <a:rPr sz="1100" b="0" i="1">
                <a:solidFill>
                  <a:srgbClr val="1F2937"/>
                </a:solidFill>
              </a:rPr>
              <a:t>“[Audio] [rubs temples] Make sure the tournament rules are clear. If it's KOF, I want bracket logic. Don't just have random brawls. Structure it.”</a:t>
            </a:r>
          </a:p>
        </p:txBody>
      </p:sp>
      <p:sp>
        <p:nvSpPr>
          <p:cNvPr id="16" name="TextBox 15"/>
          <p:cNvSpPr txBox="1"/>
          <p:nvPr/>
        </p:nvSpPr>
        <p:spPr>
          <a:xfrm>
            <a:off x="6400800" y="4828032"/>
            <a:ext cx="5257800" cy="430887"/>
          </a:xfrm>
          <a:prstGeom prst="rect">
            <a:avLst/>
          </a:prstGeom>
          <a:noFill/>
        </p:spPr>
        <p:txBody>
          <a:bodyPr wrap="square">
            <a:spAutoFit/>
          </a:bodyPr>
          <a:lstStyle/>
          <a:p>
            <a:r>
              <a:rPr sz="1100" b="0" i="1">
                <a:solidFill>
                  <a:srgbClr val="1F2937"/>
                </a:solidFill>
              </a:rPr>
              <a:t>“[Video] [sighs heavily] Just make sure the ending delivers. If he doesn't actually get to fight Geese after all that, I'll be so mad.”</a:t>
            </a:r>
          </a:p>
        </p:txBody>
      </p:sp>
      <p:sp>
        <p:nvSpPr>
          <p:cNvPr id="17" name="TextBox 16"/>
          <p:cNvSpPr txBox="1"/>
          <p:nvPr/>
        </p:nvSpPr>
        <p:spPr>
          <a:xfrm>
            <a:off x="6400800" y="5577840"/>
            <a:ext cx="5257800" cy="430887"/>
          </a:xfrm>
          <a:prstGeom prst="rect">
            <a:avLst/>
          </a:prstGeom>
          <a:noFill/>
        </p:spPr>
        <p:txBody>
          <a:bodyPr wrap="square">
            <a:spAutoFit/>
          </a:bodyPr>
          <a:lstStyle/>
          <a:p>
            <a:r>
              <a:rPr sz="1100" b="0" i="1">
                <a:solidFill>
                  <a:srgbClr val="1F2937"/>
                </a:solidFill>
              </a:rPr>
              <a:t>“[Video] [so tired of typing] Just make sure the emotional stuff lands. Focus on Terry's internal struggle, not just the punching.”</a:t>
            </a:r>
          </a:p>
        </p:txBody>
      </p:sp>
      <p:sp>
        <p:nvSpPr>
          <p:cNvPr id="18" name="TextBox 17"/>
          <p:cNvSpPr txBox="1"/>
          <p:nvPr/>
        </p:nvSpPr>
        <p:spPr>
          <a:xfrm>
            <a:off x="502920" y="6419088"/>
            <a:ext cx="11247120" cy="384048"/>
          </a:xfrm>
          <a:prstGeom prst="rect">
            <a:avLst/>
          </a:prstGeom>
          <a:noFill/>
        </p:spPr>
        <p:txBody>
          <a:bodyPr wrap="square">
            <a:spAutoFit/>
          </a:bodyPr>
          <a:lstStyle/>
          <a:p>
            <a:r>
              <a:rPr sz="850" b="0" i="0">
                <a:solidFill>
                  <a:srgbClr val="8A919E"/>
                </a:solidFill>
              </a:rPr>
              <a:t>Selected verbatims, quoted exactly; 2 per mode per concept.  |  Synthetic audience (model-simulated archetypes) — directional read, not fielded quant.</a:t>
            </a:r>
          </a:p>
        </p:txBody>
      </p:sp>
      <p:sp>
        <p:nvSpPr>
          <p:cNvPr id="19" name="Date Placeholder 18">
            <a:extLst>
              <a:ext uri="{FF2B5EF4-FFF2-40B4-BE49-F238E27FC236}">
                <a16:creationId xmlns:a16="http://schemas.microsoft.com/office/drawing/2014/main" id="{76EECC8C-6468-9A83-621B-832815DFFF41}"/>
              </a:ext>
            </a:extLst>
          </p:cNvPr>
          <p:cNvSpPr>
            <a:spLocks noGrp="1"/>
          </p:cNvSpPr>
          <p:nvPr>
            <p:ph type="dt" sz="half" idx="10"/>
          </p:nvPr>
        </p:nvSpPr>
        <p:spPr/>
        <p:txBody>
          <a:bodyPr/>
          <a:lstStyle/>
          <a:p>
            <a:fld id="{A863F8E5-205A-47F0-846D-C692FF68650F}" type="datetime1">
              <a:rPr lang="en-US" smtClean="0"/>
              <a:t>7/20/2026</a:t>
            </a:fld>
            <a:endParaRPr lang="en-US"/>
          </a:p>
        </p:txBody>
      </p:sp>
      <p:sp>
        <p:nvSpPr>
          <p:cNvPr id="20" name="Slide Number Placeholder 19">
            <a:extLst>
              <a:ext uri="{FF2B5EF4-FFF2-40B4-BE49-F238E27FC236}">
                <a16:creationId xmlns:a16="http://schemas.microsoft.com/office/drawing/2014/main" id="{EF23ABE4-38AC-94CB-2D63-2F07E842B776}"/>
              </a:ext>
            </a:extLst>
          </p:cNvPr>
          <p:cNvSpPr>
            <a:spLocks noGrp="1"/>
          </p:cNvSpPr>
          <p:nvPr>
            <p:ph type="sldNum" sz="quarter" idx="12"/>
          </p:nvPr>
        </p:nvSpPr>
        <p:spPr/>
        <p:txBody>
          <a:bodyPr/>
          <a:lstStyle/>
          <a:p>
            <a:fld id="{C1FF6DA9-008F-8B48-92A6-B652298478BF}"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6681F9D6-0DA9-E15B-A18C-8E218469FB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8A64E0-5DF7-9B37-A13C-AB8DF21BCA4F}"/>
              </a:ext>
            </a:extLst>
          </p:cNvPr>
          <p:cNvSpPr txBox="1"/>
          <p:nvPr/>
        </p:nvSpPr>
        <p:spPr>
          <a:xfrm>
            <a:off x="822960" y="2286000"/>
            <a:ext cx="10515600" cy="707886"/>
          </a:xfrm>
          <a:prstGeom prst="rect">
            <a:avLst/>
          </a:prstGeom>
          <a:noFill/>
        </p:spPr>
        <p:txBody>
          <a:bodyPr wrap="square">
            <a:spAutoFit/>
          </a:bodyPr>
          <a:lstStyle/>
          <a:p>
            <a:r>
              <a:rPr sz="4000" b="1" i="0" dirty="0">
                <a:solidFill>
                  <a:srgbClr val="FFFFFF"/>
                </a:solidFill>
              </a:rPr>
              <a:t>ARENA Fatal Fury — Concept Test Chart</a:t>
            </a:r>
            <a:r>
              <a:rPr lang="en-US" sz="4000" b="1" i="0" dirty="0">
                <a:solidFill>
                  <a:srgbClr val="FFFFFF"/>
                </a:solidFill>
              </a:rPr>
              <a:t>s/Report</a:t>
            </a:r>
            <a:endParaRPr sz="4000" b="1" i="0" dirty="0">
              <a:solidFill>
                <a:srgbClr val="FFFFFF"/>
              </a:solidFill>
            </a:endParaRPr>
          </a:p>
        </p:txBody>
      </p:sp>
      <p:sp>
        <p:nvSpPr>
          <p:cNvPr id="3" name="TextBox 2">
            <a:extLst>
              <a:ext uri="{FF2B5EF4-FFF2-40B4-BE49-F238E27FC236}">
                <a16:creationId xmlns:a16="http://schemas.microsoft.com/office/drawing/2014/main" id="{C90BDBCE-8DE8-432D-3228-9889F26EDF1C}"/>
              </a:ext>
            </a:extLst>
          </p:cNvPr>
          <p:cNvSpPr txBox="1"/>
          <p:nvPr/>
        </p:nvSpPr>
        <p:spPr>
          <a:xfrm>
            <a:off x="822960" y="3291840"/>
            <a:ext cx="10515600" cy="548640"/>
          </a:xfrm>
          <a:prstGeom prst="rect">
            <a:avLst/>
          </a:prstGeom>
          <a:noFill/>
        </p:spPr>
        <p:txBody>
          <a:bodyPr wrap="square">
            <a:spAutoFit/>
          </a:bodyPr>
          <a:lstStyle/>
          <a:p>
            <a:r>
              <a:rPr sz="2000" b="0" i="0">
                <a:solidFill>
                  <a:srgbClr val="CADCFC"/>
                </a:solidFill>
              </a:rPr>
              <a:t>Comparing all 6 tests — Written / Audio / Video × Goyer / Sheridan</a:t>
            </a:r>
          </a:p>
        </p:txBody>
      </p:sp>
      <p:sp>
        <p:nvSpPr>
          <p:cNvPr id="4" name="TextBox 3">
            <a:extLst>
              <a:ext uri="{FF2B5EF4-FFF2-40B4-BE49-F238E27FC236}">
                <a16:creationId xmlns:a16="http://schemas.microsoft.com/office/drawing/2014/main" id="{EF75C5F7-71F6-8FCF-E654-63D30C008D58}"/>
              </a:ext>
            </a:extLst>
          </p:cNvPr>
          <p:cNvSpPr txBox="1"/>
          <p:nvPr/>
        </p:nvSpPr>
        <p:spPr>
          <a:xfrm>
            <a:off x="822960" y="5394960"/>
            <a:ext cx="10515600" cy="822960"/>
          </a:xfrm>
          <a:prstGeom prst="rect">
            <a:avLst/>
          </a:prstGeom>
          <a:noFill/>
        </p:spPr>
        <p:txBody>
          <a:bodyPr wrap="square">
            <a:spAutoFit/>
          </a:bodyPr>
          <a:lstStyle/>
          <a:p>
            <a:r>
              <a:rPr sz="1200" b="0" i="0">
                <a:solidFill>
                  <a:srgbClr val="B9C3E0"/>
                </a:solidFill>
              </a:rPr>
              <a:t>Working charts — headlines intentionally blank (Bruce/Rolfe to write). Mode A internal. Synthetic audience (model-simulated archetypes) — directional read, not fielded quant. 2026-07-19 parser-fix build, QA battery PASS.</a:t>
            </a:r>
          </a:p>
        </p:txBody>
      </p:sp>
      <p:sp>
        <p:nvSpPr>
          <p:cNvPr id="5" name="Date Placeholder 4">
            <a:extLst>
              <a:ext uri="{FF2B5EF4-FFF2-40B4-BE49-F238E27FC236}">
                <a16:creationId xmlns:a16="http://schemas.microsoft.com/office/drawing/2014/main" id="{9145A75D-F90A-B1EA-0FEA-4AA4B04F6F7F}"/>
              </a:ext>
            </a:extLst>
          </p:cNvPr>
          <p:cNvSpPr>
            <a:spLocks noGrp="1"/>
          </p:cNvSpPr>
          <p:nvPr>
            <p:ph type="dt" sz="half" idx="10"/>
          </p:nvPr>
        </p:nvSpPr>
        <p:spPr/>
        <p:txBody>
          <a:bodyPr/>
          <a:lstStyle/>
          <a:p>
            <a:fld id="{CF18CE1C-635B-493B-BAC3-8FD5B363DCCD}" type="datetime1">
              <a:rPr lang="en-US" smtClean="0"/>
              <a:t>7/20/2026</a:t>
            </a:fld>
            <a:endParaRPr lang="en-US"/>
          </a:p>
        </p:txBody>
      </p:sp>
      <p:sp>
        <p:nvSpPr>
          <p:cNvPr id="6" name="Slide Number Placeholder 5">
            <a:extLst>
              <a:ext uri="{FF2B5EF4-FFF2-40B4-BE49-F238E27FC236}">
                <a16:creationId xmlns:a16="http://schemas.microsoft.com/office/drawing/2014/main" id="{B083FF6E-83A0-DBAD-214D-862775707EE8}"/>
              </a:ext>
            </a:extLst>
          </p:cNvPr>
          <p:cNvSpPr>
            <a:spLocks noGrp="1"/>
          </p:cNvSpPr>
          <p:nvPr>
            <p:ph type="sldNum" sz="quarter" idx="12"/>
          </p:nvPr>
        </p:nvSpPr>
        <p:spPr/>
        <p:txBody>
          <a:bodyPr/>
          <a:lstStyle/>
          <a:p>
            <a:fld id="{C1FF6DA9-008F-8B48-92A6-B652298478BF}" type="slidenum">
              <a:rPr lang="en-US" smtClean="0"/>
              <a:t>49</a:t>
            </a:fld>
            <a:endParaRPr lang="en-US"/>
          </a:p>
        </p:txBody>
      </p:sp>
    </p:spTree>
    <p:extLst>
      <p:ext uri="{BB962C8B-B14F-4D97-AF65-F5344CB8AC3E}">
        <p14:creationId xmlns:p14="http://schemas.microsoft.com/office/powerpoint/2010/main" val="390012508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920" y="256032"/>
            <a:ext cx="11155680" cy="685800"/>
          </a:xfrm>
          <a:prstGeom prst="rect">
            <a:avLst/>
          </a:prstGeom>
          <a:noFill/>
        </p:spPr>
        <p:txBody>
          <a:bodyPr wrap="square">
            <a:spAutoFit/>
          </a:bodyPr>
          <a:lstStyle/>
          <a:p>
            <a:r>
              <a:rPr sz="2200" b="1" i="1" dirty="0">
                <a:solidFill>
                  <a:srgbClr val="B0B7C3"/>
                </a:solidFill>
              </a:rPr>
              <a:t>[ Headline — to be written ]</a:t>
            </a:r>
          </a:p>
        </p:txBody>
      </p:sp>
      <p:sp>
        <p:nvSpPr>
          <p:cNvPr id="3" name="TextBox 2"/>
          <p:cNvSpPr txBox="1"/>
          <p:nvPr/>
        </p:nvSpPr>
        <p:spPr>
          <a:xfrm>
            <a:off x="502920" y="1090348"/>
            <a:ext cx="11155680" cy="338554"/>
          </a:xfrm>
          <a:prstGeom prst="rect">
            <a:avLst/>
          </a:prstGeom>
          <a:noFill/>
        </p:spPr>
        <p:txBody>
          <a:bodyPr wrap="square">
            <a:spAutoFit/>
          </a:bodyPr>
          <a:lstStyle/>
          <a:p>
            <a:r>
              <a:rPr sz="1600" b="1" i="0" dirty="0">
                <a:solidFill>
                  <a:srgbClr val="6B7280"/>
                </a:solidFill>
              </a:rPr>
              <a:t>C19 — POL</a:t>
            </a:r>
            <a:r>
              <a:rPr lang="en-US" sz="1600" b="1" i="0" dirty="0">
                <a:solidFill>
                  <a:srgbClr val="6B7280"/>
                </a:solidFill>
              </a:rPr>
              <a:t>ITICAL </a:t>
            </a:r>
            <a:r>
              <a:rPr sz="1600" b="1" i="0" dirty="0">
                <a:solidFill>
                  <a:srgbClr val="6B7280"/>
                </a:solidFill>
              </a:rPr>
              <a:t>ORIENT: political orientation</a:t>
            </a:r>
          </a:p>
        </p:txBody>
      </p:sp>
      <p:pic>
        <p:nvPicPr>
          <p:cNvPr id="4" name="Picture 3" descr="C19_polorient.png"/>
          <p:cNvPicPr>
            <a:picLocks noChangeAspect="1"/>
          </p:cNvPicPr>
          <p:nvPr/>
        </p:nvPicPr>
        <p:blipFill>
          <a:blip r:embed="rId2"/>
          <a:stretch>
            <a:fillRect/>
          </a:stretch>
        </p:blipFill>
        <p:spPr>
          <a:xfrm>
            <a:off x="518007" y="1825188"/>
            <a:ext cx="11155680" cy="3893422"/>
          </a:xfrm>
          <a:prstGeom prst="rect">
            <a:avLst/>
          </a:prstGeom>
        </p:spPr>
      </p:pic>
      <p:sp>
        <p:nvSpPr>
          <p:cNvPr id="5" name="TextBox 4"/>
          <p:cNvSpPr txBox="1"/>
          <p:nvPr/>
        </p:nvSpPr>
        <p:spPr>
          <a:xfrm>
            <a:off x="502920" y="6419088"/>
            <a:ext cx="11247120" cy="384048"/>
          </a:xfrm>
          <a:prstGeom prst="rect">
            <a:avLst/>
          </a:prstGeom>
          <a:noFill/>
        </p:spPr>
        <p:txBody>
          <a:bodyPr wrap="square">
            <a:spAutoFit/>
          </a:bodyPr>
          <a:lstStyle/>
          <a:p>
            <a:r>
              <a:rPr sz="850" b="0" i="0">
                <a:solidFill>
                  <a:srgbClr val="8A919E"/>
                </a:solidFill>
              </a:rPr>
              <a:t>Profile question. Base: n from single test (identical panel).  |  Synthetic audience (model-simulated archetypes) — directional read, not fielded quant.</a:t>
            </a:r>
          </a:p>
        </p:txBody>
      </p:sp>
      <p:sp>
        <p:nvSpPr>
          <p:cNvPr id="6" name="Date Placeholder 5">
            <a:extLst>
              <a:ext uri="{FF2B5EF4-FFF2-40B4-BE49-F238E27FC236}">
                <a16:creationId xmlns:a16="http://schemas.microsoft.com/office/drawing/2014/main" id="{9331B901-436C-AFF9-EF9C-76C8249EEC0A}"/>
              </a:ext>
            </a:extLst>
          </p:cNvPr>
          <p:cNvSpPr>
            <a:spLocks noGrp="1"/>
          </p:cNvSpPr>
          <p:nvPr>
            <p:ph type="dt" sz="half" idx="10"/>
          </p:nvPr>
        </p:nvSpPr>
        <p:spPr/>
        <p:txBody>
          <a:bodyPr/>
          <a:lstStyle/>
          <a:p>
            <a:fld id="{5334149C-961D-460A-A55B-443B7AFB133E}" type="datetime1">
              <a:rPr lang="en-US" smtClean="0"/>
              <a:t>7/20/2026</a:t>
            </a:fld>
            <a:endParaRPr lang="en-US"/>
          </a:p>
        </p:txBody>
      </p:sp>
      <p:sp>
        <p:nvSpPr>
          <p:cNvPr id="7" name="Slide Number Placeholder 6">
            <a:extLst>
              <a:ext uri="{FF2B5EF4-FFF2-40B4-BE49-F238E27FC236}">
                <a16:creationId xmlns:a16="http://schemas.microsoft.com/office/drawing/2014/main" id="{CA0F5E32-DBEF-25A7-C051-B65EB115828D}"/>
              </a:ext>
            </a:extLst>
          </p:cNvPr>
          <p:cNvSpPr>
            <a:spLocks noGrp="1"/>
          </p:cNvSpPr>
          <p:nvPr>
            <p:ph type="sldNum" sz="quarter" idx="12"/>
          </p:nvPr>
        </p:nvSpPr>
        <p:spPr/>
        <p:txBody>
          <a:bodyPr/>
          <a:lstStyle/>
          <a:p>
            <a:fld id="{C1FF6DA9-008F-8B48-92A6-B652298478BF}" type="slidenum">
              <a:rPr lang="en-US" smtClean="0"/>
              <a:t>50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164</TotalTime>
  <Words>4153</Words>
  <Application>Microsoft Office PowerPoint</Application>
  <PresentationFormat>Widescreen</PresentationFormat>
  <Paragraphs>311</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Bruce</dc:creator>
  <cp:keywords/>
  <dc:description>generated using python-pptx</dc:description>
  <cp:lastModifiedBy>Bruce Friend</cp:lastModifiedBy>
  <cp:revision>2</cp:revision>
  <dcterms:created xsi:type="dcterms:W3CDTF">2013-01-27T09:14:16Z</dcterms:created>
  <dcterms:modified xsi:type="dcterms:W3CDTF">2026-07-20T06:03:42Z</dcterms:modified>
  <cp:category/>
</cp:coreProperties>
</file>